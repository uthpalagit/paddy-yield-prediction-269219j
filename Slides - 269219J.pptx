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15"/>
    <p:sldId id="257" r:id="rId16"/>
    <p:sldId id="258" r:id="rId17"/>
    <p:sldId id="259" r:id="rId18"/>
    <p:sldId id="260" r:id="rId19"/>
    <p:sldId id="261" r:id="rId20"/>
    <p:sldId id="262" r:id="rId21"/>
    <p:sldId id="263" r:id="rId22"/>
    <p:sldId id="264" r:id="rId23"/>
  </p:sldIdLst>
  <p:sldSz cy="10287000" cx="18288000"/>
  <p:notesSz cx="6858000" cy="9144000"/>
  <p:embeddedFontLst>
    <p:embeddedFont>
      <p:font typeface="Playfair Display"/>
      <p:regular r:id="rId26"/>
      <p:bold r:id="rId27"/>
      <p:italic r:id="rId28"/>
      <p:boldItalic r:id="rId29"/>
    </p:embeddedFont>
    <p:embeddedFont>
      <p:font typeface="Six Caps"/>
      <p:regular r:id="rId30"/>
    </p:embeddedFont>
    <p:embeddedFont>
      <p:font typeface="Playfair Display SemiBold"/>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6" Type="http://schemas.openxmlformats.org/officeDocument/2006/relationships/font" Target="fonts/PlayfairDisplay-regular.fntdata"/><Relationship Id="rId27" Type="http://schemas.openxmlformats.org/officeDocument/2006/relationships/font" Target="fonts/PlayfairDisplay-bold.fntdata"/><Relationship Id="rId28" Type="http://schemas.openxmlformats.org/officeDocument/2006/relationships/font" Target="fonts/PlayfairDisplay-italic.fntdata"/><Relationship Id="rId29" Type="http://schemas.openxmlformats.org/officeDocument/2006/relationships/font" Target="fonts/PlayfairDisplay-boldItalic.fntdata"/><Relationship Id="rId30" Type="http://schemas.openxmlformats.org/officeDocument/2006/relationships/font" Target="fonts/SixCaps-regular.fntdata"/><Relationship Id="rId31" Type="http://schemas.openxmlformats.org/officeDocument/2006/relationships/font" Target="fonts/PlayfairDisplaySemiBold-regular.fntdata"/><Relationship Id="rId32" Type="http://schemas.openxmlformats.org/officeDocument/2006/relationships/font" Target="fonts/PlayfairDisplaySemiBold-bold.fntdata"/><Relationship Id="rId33" Type="http://schemas.openxmlformats.org/officeDocument/2006/relationships/font" Target="fonts/PlayfairDisplaySemiBold-italic.fntdata"/><Relationship Id="rId34" Type="http://schemas.openxmlformats.org/officeDocument/2006/relationships/font" Target="fonts/PlayfairDisplaySemiBold-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5">
    <p:spTree>
      <p:nvGrpSpPr>
        <p:cNvPr id="15" name="Shape 15"/>
        <p:cNvGrpSpPr/>
        <p:nvPr/>
      </p:nvGrpSpPr>
      <p:grpSpPr>
        <a:xfrm>
          <a:off x="0" y="0"/>
          <a:ext cx="0" cy="0"/>
          <a:chOff x="0" y="0"/>
          <a:chExt cx="0" cy="0"/>
        </a:xfrm>
      </p:grpSpPr>
      <p:grpSp>
        <p:nvGrpSpPr>
          <p:cNvPr id="16" name="Google Shape;16;p3"/>
          <p:cNvGrpSpPr/>
          <p:nvPr/>
        </p:nvGrpSpPr>
        <p:grpSpPr>
          <a:xfrm>
            <a:off x="1005530" y="3504211"/>
            <a:ext cx="7472299" cy="4865241"/>
            <a:chOff x="0" y="-38100"/>
            <a:chExt cx="1968000" cy="1281372"/>
          </a:xfrm>
        </p:grpSpPr>
        <p:sp>
          <p:nvSpPr>
            <p:cNvPr id="17" name="Google Shape;17;p3"/>
            <p:cNvSpPr/>
            <p:nvPr/>
          </p:nvSpPr>
          <p:spPr>
            <a:xfrm>
              <a:off x="0" y="0"/>
              <a:ext cx="1967958" cy="1243272"/>
            </a:xfrm>
            <a:custGeom>
              <a:rect b="b" l="l" r="r" t="t"/>
              <a:pathLst>
                <a:path extrusionOk="0" h="1243272" w="1967958">
                  <a:moveTo>
                    <a:pt x="0" y="0"/>
                  </a:moveTo>
                  <a:lnTo>
                    <a:pt x="1967958" y="0"/>
                  </a:lnTo>
                  <a:lnTo>
                    <a:pt x="1967958" y="1243272"/>
                  </a:lnTo>
                  <a:lnTo>
                    <a:pt x="0" y="1243272"/>
                  </a:lnTo>
                  <a:close/>
                </a:path>
              </a:pathLst>
            </a:custGeom>
            <a:solidFill>
              <a:srgbClr val="000000">
                <a:alpha val="0"/>
              </a:srgbClr>
            </a:solidFill>
            <a:ln cap="sq" cmpd="sng" w="19050">
              <a:solidFill>
                <a:srgbClr val="333333"/>
              </a:solidFill>
              <a:prstDash val="solid"/>
              <a:miter lim="8000"/>
              <a:headEnd len="sm" w="sm" type="none"/>
              <a:tailEnd len="sm" w="sm" type="none"/>
            </a:ln>
          </p:spPr>
        </p:sp>
        <p:sp>
          <p:nvSpPr>
            <p:cNvPr id="18" name="Google Shape;18;p3"/>
            <p:cNvSpPr txBox="1"/>
            <p:nvPr/>
          </p:nvSpPr>
          <p:spPr>
            <a:xfrm>
              <a:off x="0" y="-38100"/>
              <a:ext cx="1968000" cy="12813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 name="Google Shape;19;p3"/>
          <p:cNvGrpSpPr/>
          <p:nvPr/>
        </p:nvGrpSpPr>
        <p:grpSpPr>
          <a:xfrm>
            <a:off x="9787211" y="3504211"/>
            <a:ext cx="7472299" cy="4865241"/>
            <a:chOff x="0" y="-38100"/>
            <a:chExt cx="1968000" cy="1281372"/>
          </a:xfrm>
        </p:grpSpPr>
        <p:sp>
          <p:nvSpPr>
            <p:cNvPr id="20" name="Google Shape;20;p3"/>
            <p:cNvSpPr/>
            <p:nvPr/>
          </p:nvSpPr>
          <p:spPr>
            <a:xfrm>
              <a:off x="0" y="0"/>
              <a:ext cx="1967958" cy="1243272"/>
            </a:xfrm>
            <a:custGeom>
              <a:rect b="b" l="l" r="r" t="t"/>
              <a:pathLst>
                <a:path extrusionOk="0" h="1243272" w="1967958">
                  <a:moveTo>
                    <a:pt x="0" y="0"/>
                  </a:moveTo>
                  <a:lnTo>
                    <a:pt x="1967958" y="0"/>
                  </a:lnTo>
                  <a:lnTo>
                    <a:pt x="1967958" y="1243272"/>
                  </a:lnTo>
                  <a:lnTo>
                    <a:pt x="0" y="1243272"/>
                  </a:lnTo>
                  <a:close/>
                </a:path>
              </a:pathLst>
            </a:custGeom>
            <a:solidFill>
              <a:srgbClr val="000000">
                <a:alpha val="0"/>
              </a:srgbClr>
            </a:solidFill>
            <a:ln cap="sq" cmpd="sng" w="19050">
              <a:solidFill>
                <a:srgbClr val="333333"/>
              </a:solidFill>
              <a:prstDash val="solid"/>
              <a:miter lim="8000"/>
              <a:headEnd len="sm" w="sm" type="none"/>
              <a:tailEnd len="sm" w="sm" type="none"/>
            </a:ln>
          </p:spPr>
        </p:sp>
        <p:sp>
          <p:nvSpPr>
            <p:cNvPr id="21" name="Google Shape;21;p3"/>
            <p:cNvSpPr txBox="1"/>
            <p:nvPr/>
          </p:nvSpPr>
          <p:spPr>
            <a:xfrm>
              <a:off x="0" y="-38100"/>
              <a:ext cx="1968000" cy="12813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 name="Google Shape;22;p3"/>
          <p:cNvSpPr/>
          <p:nvPr>
            <p:ph idx="2" type="pic"/>
          </p:nvPr>
        </p:nvSpPr>
        <p:spPr>
          <a:xfrm>
            <a:off x="1313650" y="4160025"/>
            <a:ext cx="2786400" cy="3731400"/>
          </a:xfrm>
          <a:prstGeom prst="rect">
            <a:avLst/>
          </a:prstGeom>
          <a:noFill/>
          <a:ln>
            <a:noFill/>
          </a:ln>
        </p:spPr>
      </p:sp>
      <p:sp>
        <p:nvSpPr>
          <p:cNvPr id="23" name="Google Shape;23;p3"/>
          <p:cNvSpPr/>
          <p:nvPr>
            <p:ph idx="3" type="pic"/>
          </p:nvPr>
        </p:nvSpPr>
        <p:spPr>
          <a:xfrm>
            <a:off x="10237575" y="4138850"/>
            <a:ext cx="2786400" cy="3723300"/>
          </a:xfrm>
          <a:prstGeom prst="rect">
            <a:avLst/>
          </a:prstGeom>
          <a:noFill/>
          <a:ln>
            <a:noFill/>
          </a:ln>
        </p:spPr>
      </p:sp>
      <p:grpSp>
        <p:nvGrpSpPr>
          <p:cNvPr id="24" name="Google Shape;24;p3"/>
          <p:cNvGrpSpPr/>
          <p:nvPr/>
        </p:nvGrpSpPr>
        <p:grpSpPr>
          <a:xfrm>
            <a:off x="0" y="8851549"/>
            <a:ext cx="18288118" cy="668843"/>
            <a:chOff x="0" y="-38100"/>
            <a:chExt cx="4816592" cy="176155"/>
          </a:xfrm>
        </p:grpSpPr>
        <p:sp>
          <p:nvSpPr>
            <p:cNvPr id="25" name="Google Shape;25;p3"/>
            <p:cNvSpPr/>
            <p:nvPr/>
          </p:nvSpPr>
          <p:spPr>
            <a:xfrm>
              <a:off x="0" y="0"/>
              <a:ext cx="4816592" cy="138055"/>
            </a:xfrm>
            <a:custGeom>
              <a:rect b="b" l="l" r="r" t="t"/>
              <a:pathLst>
                <a:path extrusionOk="0" h="138055" w="4816592">
                  <a:moveTo>
                    <a:pt x="0" y="0"/>
                  </a:moveTo>
                  <a:lnTo>
                    <a:pt x="4816592" y="0"/>
                  </a:lnTo>
                  <a:lnTo>
                    <a:pt x="4816592" y="138055"/>
                  </a:lnTo>
                  <a:lnTo>
                    <a:pt x="0" y="138055"/>
                  </a:lnTo>
                  <a:close/>
                </a:path>
              </a:pathLst>
            </a:custGeom>
            <a:solidFill>
              <a:srgbClr val="333333"/>
            </a:solidFill>
            <a:ln>
              <a:noFill/>
            </a:ln>
          </p:spPr>
        </p:sp>
        <p:sp>
          <p:nvSpPr>
            <p:cNvPr id="26" name="Google Shape;26;p3"/>
            <p:cNvSpPr txBox="1"/>
            <p:nvPr/>
          </p:nvSpPr>
          <p:spPr>
            <a:xfrm>
              <a:off x="0" y="-38100"/>
              <a:ext cx="4816500" cy="1761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 name="Google Shape;27;p3"/>
          <p:cNvGrpSpPr/>
          <p:nvPr/>
        </p:nvGrpSpPr>
        <p:grpSpPr>
          <a:xfrm>
            <a:off x="8477618" y="8874014"/>
            <a:ext cx="1351552" cy="768424"/>
            <a:chOff x="0" y="0"/>
            <a:chExt cx="11928966" cy="6782210"/>
          </a:xfrm>
        </p:grpSpPr>
        <p:sp>
          <p:nvSpPr>
            <p:cNvPr id="28" name="Google Shape;28;p3"/>
            <p:cNvSpPr/>
            <p:nvPr/>
          </p:nvSpPr>
          <p:spPr>
            <a:xfrm>
              <a:off x="6350" y="6350"/>
              <a:ext cx="11916266" cy="6769510"/>
            </a:xfrm>
            <a:custGeom>
              <a:rect b="b" l="l" r="r" t="t"/>
              <a:pathLst>
                <a:path extrusionOk="0" h="6769510" w="11916266">
                  <a:moveTo>
                    <a:pt x="0" y="0"/>
                  </a:moveTo>
                  <a:lnTo>
                    <a:pt x="11916266" y="0"/>
                  </a:lnTo>
                  <a:lnTo>
                    <a:pt x="11916266" y="6769510"/>
                  </a:lnTo>
                  <a:lnTo>
                    <a:pt x="0" y="6769510"/>
                  </a:lnTo>
                  <a:close/>
                </a:path>
              </a:pathLst>
            </a:custGeom>
            <a:solidFill>
              <a:srgbClr val="333333"/>
            </a:solidFill>
            <a:ln>
              <a:noFill/>
            </a:ln>
          </p:spPr>
        </p:sp>
        <p:sp>
          <p:nvSpPr>
            <p:cNvPr id="29" name="Google Shape;29;p3"/>
            <p:cNvSpPr/>
            <p:nvPr/>
          </p:nvSpPr>
          <p:spPr>
            <a:xfrm>
              <a:off x="0" y="0"/>
              <a:ext cx="11928966" cy="6782210"/>
            </a:xfrm>
            <a:custGeom>
              <a:rect b="b" l="l" r="r" t="t"/>
              <a:pathLst>
                <a:path extrusionOk="0" h="6782210" w="11928966">
                  <a:moveTo>
                    <a:pt x="6350" y="6782210"/>
                  </a:moveTo>
                  <a:lnTo>
                    <a:pt x="0" y="6782210"/>
                  </a:lnTo>
                  <a:lnTo>
                    <a:pt x="0" y="0"/>
                  </a:lnTo>
                  <a:lnTo>
                    <a:pt x="11928966" y="0"/>
                  </a:lnTo>
                  <a:lnTo>
                    <a:pt x="11928966" y="6782210"/>
                  </a:lnTo>
                  <a:lnTo>
                    <a:pt x="6350" y="6782210"/>
                  </a:lnTo>
                  <a:close/>
                  <a:moveTo>
                    <a:pt x="12700" y="12700"/>
                  </a:moveTo>
                  <a:lnTo>
                    <a:pt x="12700" y="6769510"/>
                  </a:lnTo>
                  <a:lnTo>
                    <a:pt x="11916266" y="6769510"/>
                  </a:lnTo>
                  <a:lnTo>
                    <a:pt x="11916266" y="12700"/>
                  </a:lnTo>
                  <a:lnTo>
                    <a:pt x="12700" y="12700"/>
                  </a:lnTo>
                  <a:close/>
                </a:path>
              </a:pathLst>
            </a:custGeom>
            <a:solidFill>
              <a:srgbClr val="F8F3E2"/>
            </a:solidFill>
            <a:ln>
              <a:noFill/>
            </a:ln>
          </p:spPr>
        </p:sp>
        <p:sp>
          <p:nvSpPr>
            <p:cNvPr id="30" name="Google Shape;30;p3"/>
            <p:cNvSpPr/>
            <p:nvPr/>
          </p:nvSpPr>
          <p:spPr>
            <a:xfrm>
              <a:off x="139700" y="140970"/>
              <a:ext cx="11648296" cy="6501540"/>
            </a:xfrm>
            <a:custGeom>
              <a:rect b="b" l="l" r="r" t="t"/>
              <a:pathLst>
                <a:path extrusionOk="0" h="6501540" w="11648296">
                  <a:moveTo>
                    <a:pt x="0" y="0"/>
                  </a:moveTo>
                  <a:lnTo>
                    <a:pt x="11648296" y="0"/>
                  </a:lnTo>
                  <a:lnTo>
                    <a:pt x="11648296" y="6501540"/>
                  </a:lnTo>
                  <a:lnTo>
                    <a:pt x="0" y="6501540"/>
                  </a:lnTo>
                  <a:close/>
                </a:path>
              </a:pathLst>
            </a:custGeom>
            <a:solidFill>
              <a:srgbClr val="F8F3E2"/>
            </a:solidFill>
            <a:ln>
              <a:noFill/>
            </a:ln>
          </p:spPr>
        </p:sp>
      </p:grpSp>
      <p:grpSp>
        <p:nvGrpSpPr>
          <p:cNvPr id="31" name="Google Shape;31;p3"/>
          <p:cNvGrpSpPr/>
          <p:nvPr/>
        </p:nvGrpSpPr>
        <p:grpSpPr>
          <a:xfrm>
            <a:off x="-9525" y="500452"/>
            <a:ext cx="18288118" cy="866149"/>
            <a:chOff x="0" y="-47625"/>
            <a:chExt cx="4816592" cy="228120"/>
          </a:xfrm>
        </p:grpSpPr>
        <p:sp>
          <p:nvSpPr>
            <p:cNvPr id="32" name="Google Shape;32;p3"/>
            <p:cNvSpPr/>
            <p:nvPr/>
          </p:nvSpPr>
          <p:spPr>
            <a:xfrm>
              <a:off x="0" y="0"/>
              <a:ext cx="4816592" cy="180495"/>
            </a:xfrm>
            <a:custGeom>
              <a:rect b="b" l="l" r="r" t="t"/>
              <a:pathLst>
                <a:path extrusionOk="0" h="180495" w="4816592">
                  <a:moveTo>
                    <a:pt x="0" y="0"/>
                  </a:moveTo>
                  <a:lnTo>
                    <a:pt x="4816592" y="0"/>
                  </a:lnTo>
                  <a:lnTo>
                    <a:pt x="4816592" y="180495"/>
                  </a:lnTo>
                  <a:lnTo>
                    <a:pt x="0" y="180495"/>
                  </a:lnTo>
                  <a:close/>
                </a:path>
              </a:pathLst>
            </a:custGeom>
            <a:solidFill>
              <a:srgbClr val="BFCDAC"/>
            </a:solidFill>
            <a:ln>
              <a:noFill/>
            </a:ln>
          </p:spPr>
        </p:sp>
        <p:sp>
          <p:nvSpPr>
            <p:cNvPr id="33" name="Google Shape;33;p3"/>
            <p:cNvSpPr txBox="1"/>
            <p:nvPr/>
          </p:nvSpPr>
          <p:spPr>
            <a:xfrm>
              <a:off x="0" y="-47625"/>
              <a:ext cx="4816500" cy="22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4" name="Google Shape;34;p3"/>
          <p:cNvCxnSpPr/>
          <p:nvPr/>
        </p:nvCxnSpPr>
        <p:spPr>
          <a:xfrm>
            <a:off x="9134475" y="700329"/>
            <a:ext cx="0" cy="666300"/>
          </a:xfrm>
          <a:prstGeom prst="straightConnector1">
            <a:avLst/>
          </a:prstGeom>
          <a:noFill/>
          <a:ln cap="flat" cmpd="sng" w="19050">
            <a:solidFill>
              <a:srgbClr val="333333"/>
            </a:solidFill>
            <a:prstDash val="solid"/>
            <a:round/>
            <a:headEnd len="sm" w="sm" type="none"/>
            <a:tailEnd len="sm" w="sm" type="none"/>
          </a:ln>
        </p:spPr>
      </p:cxnSp>
      <p:cxnSp>
        <p:nvCxnSpPr>
          <p:cNvPr id="35" name="Google Shape;35;p3"/>
          <p:cNvCxnSpPr/>
          <p:nvPr/>
        </p:nvCxnSpPr>
        <p:spPr>
          <a:xfrm>
            <a:off x="-9525" y="681279"/>
            <a:ext cx="18288000" cy="0"/>
          </a:xfrm>
          <a:prstGeom prst="straightConnector1">
            <a:avLst/>
          </a:prstGeom>
          <a:noFill/>
          <a:ln cap="flat" cmpd="sng" w="19050">
            <a:solidFill>
              <a:srgbClr val="333333"/>
            </a:solidFill>
            <a:prstDash val="solid"/>
            <a:round/>
            <a:headEnd len="sm" w="sm" type="none"/>
            <a:tailEnd len="sm" w="sm" type="none"/>
          </a:ln>
        </p:spPr>
      </p:cxnSp>
      <p:cxnSp>
        <p:nvCxnSpPr>
          <p:cNvPr id="36" name="Google Shape;36;p3"/>
          <p:cNvCxnSpPr/>
          <p:nvPr/>
        </p:nvCxnSpPr>
        <p:spPr>
          <a:xfrm>
            <a:off x="-9525" y="1357071"/>
            <a:ext cx="18288000" cy="0"/>
          </a:xfrm>
          <a:prstGeom prst="straightConnector1">
            <a:avLst/>
          </a:prstGeom>
          <a:noFill/>
          <a:ln cap="flat" cmpd="sng" w="19050">
            <a:solidFill>
              <a:srgbClr val="333333"/>
            </a:solidFill>
            <a:prstDash val="solid"/>
            <a:round/>
            <a:headEnd len="sm" w="sm" type="none"/>
            <a:tailEnd len="sm" w="sm" type="none"/>
          </a:ln>
        </p:spPr>
      </p:cxnSp>
      <p:sp>
        <p:nvSpPr>
          <p:cNvPr id="37" name="Google Shape;37;p3"/>
          <p:cNvSpPr txBox="1"/>
          <p:nvPr>
            <p:ph idx="1" type="body"/>
          </p:nvPr>
        </p:nvSpPr>
        <p:spPr>
          <a:xfrm>
            <a:off x="4542300" y="6000425"/>
            <a:ext cx="3306000" cy="1861800"/>
          </a:xfrm>
          <a:prstGeom prst="rect">
            <a:avLst/>
          </a:prstGeom>
        </p:spPr>
        <p:txBody>
          <a:bodyPr anchorCtr="0" anchor="t" bIns="0" lIns="0" spcFirstLastPara="1" rIns="0" wrap="square" tIns="0">
            <a:noAutofit/>
          </a:bodyPr>
          <a:lstStyle>
            <a:lvl1pPr indent="-361950" lvl="0" marL="457200">
              <a:spcBef>
                <a:spcPts val="640"/>
              </a:spcBef>
              <a:spcAft>
                <a:spcPts val="0"/>
              </a:spcAft>
              <a:buClr>
                <a:schemeClr val="lt2"/>
              </a:buClr>
              <a:buSzPts val="2100"/>
              <a:buChar char="•"/>
              <a:defRPr b="0" sz="2100">
                <a:solidFill>
                  <a:schemeClr val="lt2"/>
                </a:solidFill>
              </a:defRPr>
            </a:lvl1pPr>
            <a:lvl2pPr indent="-361950" lvl="1" marL="914400">
              <a:spcBef>
                <a:spcPts val="560"/>
              </a:spcBef>
              <a:spcAft>
                <a:spcPts val="0"/>
              </a:spcAft>
              <a:buClr>
                <a:schemeClr val="lt2"/>
              </a:buClr>
              <a:buSzPts val="2100"/>
              <a:buChar char="–"/>
              <a:defRPr>
                <a:solidFill>
                  <a:schemeClr val="lt2"/>
                </a:solidFill>
              </a:defRPr>
            </a:lvl2pPr>
            <a:lvl3pPr indent="-361950" lvl="2" marL="1371600">
              <a:spcBef>
                <a:spcPts val="480"/>
              </a:spcBef>
              <a:spcAft>
                <a:spcPts val="0"/>
              </a:spcAft>
              <a:buClr>
                <a:schemeClr val="lt2"/>
              </a:buClr>
              <a:buSzPts val="2100"/>
              <a:buChar char="•"/>
              <a:defRPr>
                <a:solidFill>
                  <a:schemeClr val="lt2"/>
                </a:solidFill>
              </a:defRPr>
            </a:lvl3pPr>
            <a:lvl4pPr indent="-361950" lvl="3" marL="1828800">
              <a:spcBef>
                <a:spcPts val="400"/>
              </a:spcBef>
              <a:spcAft>
                <a:spcPts val="0"/>
              </a:spcAft>
              <a:buClr>
                <a:schemeClr val="lt2"/>
              </a:buClr>
              <a:buSzPts val="2100"/>
              <a:buChar char="–"/>
              <a:defRPr>
                <a:solidFill>
                  <a:schemeClr val="lt2"/>
                </a:solidFill>
              </a:defRPr>
            </a:lvl4pPr>
            <a:lvl5pPr indent="-361950" lvl="4" marL="2286000">
              <a:spcBef>
                <a:spcPts val="400"/>
              </a:spcBef>
              <a:spcAft>
                <a:spcPts val="0"/>
              </a:spcAft>
              <a:buClr>
                <a:schemeClr val="lt2"/>
              </a:buClr>
              <a:buSzPts val="2100"/>
              <a:buChar char="»"/>
              <a:defRPr>
                <a:solidFill>
                  <a:schemeClr val="lt2"/>
                </a:solidFill>
              </a:defRPr>
            </a:lvl5pPr>
            <a:lvl6pPr indent="-361950" lvl="5" marL="2743200">
              <a:spcBef>
                <a:spcPts val="400"/>
              </a:spcBef>
              <a:spcAft>
                <a:spcPts val="0"/>
              </a:spcAft>
              <a:buClr>
                <a:schemeClr val="lt2"/>
              </a:buClr>
              <a:buSzPts val="2100"/>
              <a:buChar char="•"/>
              <a:defRPr>
                <a:solidFill>
                  <a:schemeClr val="lt2"/>
                </a:solidFill>
              </a:defRPr>
            </a:lvl6pPr>
            <a:lvl7pPr indent="-361950" lvl="6" marL="3200400">
              <a:spcBef>
                <a:spcPts val="400"/>
              </a:spcBef>
              <a:spcAft>
                <a:spcPts val="0"/>
              </a:spcAft>
              <a:buClr>
                <a:schemeClr val="lt2"/>
              </a:buClr>
              <a:buSzPts val="2100"/>
              <a:buChar char="•"/>
              <a:defRPr>
                <a:solidFill>
                  <a:schemeClr val="lt2"/>
                </a:solidFill>
              </a:defRPr>
            </a:lvl7pPr>
            <a:lvl8pPr indent="-361950" lvl="7" marL="3657600">
              <a:spcBef>
                <a:spcPts val="400"/>
              </a:spcBef>
              <a:spcAft>
                <a:spcPts val="0"/>
              </a:spcAft>
              <a:buClr>
                <a:schemeClr val="lt2"/>
              </a:buClr>
              <a:buSzPts val="2100"/>
              <a:buChar char="•"/>
              <a:defRPr>
                <a:solidFill>
                  <a:schemeClr val="lt2"/>
                </a:solidFill>
              </a:defRPr>
            </a:lvl8pPr>
            <a:lvl9pPr indent="-361950" lvl="8" marL="4114800">
              <a:spcBef>
                <a:spcPts val="400"/>
              </a:spcBef>
              <a:spcAft>
                <a:spcPts val="0"/>
              </a:spcAft>
              <a:buClr>
                <a:schemeClr val="lt2"/>
              </a:buClr>
              <a:buSzPts val="2100"/>
              <a:buChar char="•"/>
              <a:defRPr>
                <a:solidFill>
                  <a:schemeClr val="lt2"/>
                </a:solidFill>
              </a:defRPr>
            </a:lvl9pPr>
          </a:lstStyle>
          <a:p/>
        </p:txBody>
      </p:sp>
      <p:sp>
        <p:nvSpPr>
          <p:cNvPr id="38" name="Google Shape;38;p3"/>
          <p:cNvSpPr txBox="1"/>
          <p:nvPr>
            <p:ph idx="4" type="body"/>
          </p:nvPr>
        </p:nvSpPr>
        <p:spPr>
          <a:xfrm>
            <a:off x="13455175" y="5981350"/>
            <a:ext cx="3189300" cy="1910100"/>
          </a:xfrm>
          <a:prstGeom prst="rect">
            <a:avLst/>
          </a:prstGeom>
        </p:spPr>
        <p:txBody>
          <a:bodyPr anchorCtr="0" anchor="t" bIns="0" lIns="0" spcFirstLastPara="1" rIns="0" wrap="square" tIns="0">
            <a:noAutofit/>
          </a:bodyPr>
          <a:lstStyle>
            <a:lvl1pPr indent="-361950" lvl="0" marL="457200">
              <a:spcBef>
                <a:spcPts val="640"/>
              </a:spcBef>
              <a:spcAft>
                <a:spcPts val="0"/>
              </a:spcAft>
              <a:buClr>
                <a:schemeClr val="lt2"/>
              </a:buClr>
              <a:buSzPts val="2100"/>
              <a:buChar char="•"/>
              <a:defRPr b="0" sz="2100">
                <a:solidFill>
                  <a:schemeClr val="lt2"/>
                </a:solidFill>
              </a:defRPr>
            </a:lvl1pPr>
            <a:lvl2pPr indent="-361950" lvl="1" marL="914400">
              <a:spcBef>
                <a:spcPts val="560"/>
              </a:spcBef>
              <a:spcAft>
                <a:spcPts val="0"/>
              </a:spcAft>
              <a:buClr>
                <a:schemeClr val="lt2"/>
              </a:buClr>
              <a:buSzPts val="2100"/>
              <a:buChar char="–"/>
              <a:defRPr>
                <a:solidFill>
                  <a:schemeClr val="lt2"/>
                </a:solidFill>
              </a:defRPr>
            </a:lvl2pPr>
            <a:lvl3pPr indent="-361950" lvl="2" marL="1371600">
              <a:spcBef>
                <a:spcPts val="480"/>
              </a:spcBef>
              <a:spcAft>
                <a:spcPts val="0"/>
              </a:spcAft>
              <a:buClr>
                <a:schemeClr val="lt2"/>
              </a:buClr>
              <a:buSzPts val="2100"/>
              <a:buChar char="•"/>
              <a:defRPr>
                <a:solidFill>
                  <a:schemeClr val="lt2"/>
                </a:solidFill>
              </a:defRPr>
            </a:lvl3pPr>
            <a:lvl4pPr indent="-361950" lvl="3" marL="1828800">
              <a:spcBef>
                <a:spcPts val="400"/>
              </a:spcBef>
              <a:spcAft>
                <a:spcPts val="0"/>
              </a:spcAft>
              <a:buClr>
                <a:schemeClr val="lt2"/>
              </a:buClr>
              <a:buSzPts val="2100"/>
              <a:buChar char="–"/>
              <a:defRPr>
                <a:solidFill>
                  <a:schemeClr val="lt2"/>
                </a:solidFill>
              </a:defRPr>
            </a:lvl4pPr>
            <a:lvl5pPr indent="-361950" lvl="4" marL="2286000">
              <a:spcBef>
                <a:spcPts val="400"/>
              </a:spcBef>
              <a:spcAft>
                <a:spcPts val="0"/>
              </a:spcAft>
              <a:buClr>
                <a:schemeClr val="lt2"/>
              </a:buClr>
              <a:buSzPts val="2100"/>
              <a:buChar char="»"/>
              <a:defRPr>
                <a:solidFill>
                  <a:schemeClr val="lt2"/>
                </a:solidFill>
              </a:defRPr>
            </a:lvl5pPr>
            <a:lvl6pPr indent="-361950" lvl="5" marL="2743200">
              <a:spcBef>
                <a:spcPts val="400"/>
              </a:spcBef>
              <a:spcAft>
                <a:spcPts val="0"/>
              </a:spcAft>
              <a:buClr>
                <a:schemeClr val="lt2"/>
              </a:buClr>
              <a:buSzPts val="2100"/>
              <a:buChar char="•"/>
              <a:defRPr>
                <a:solidFill>
                  <a:schemeClr val="lt2"/>
                </a:solidFill>
              </a:defRPr>
            </a:lvl6pPr>
            <a:lvl7pPr indent="-361950" lvl="6" marL="3200400">
              <a:spcBef>
                <a:spcPts val="400"/>
              </a:spcBef>
              <a:spcAft>
                <a:spcPts val="0"/>
              </a:spcAft>
              <a:buClr>
                <a:schemeClr val="lt2"/>
              </a:buClr>
              <a:buSzPts val="2100"/>
              <a:buChar char="•"/>
              <a:defRPr>
                <a:solidFill>
                  <a:schemeClr val="lt2"/>
                </a:solidFill>
              </a:defRPr>
            </a:lvl7pPr>
            <a:lvl8pPr indent="-361950" lvl="7" marL="3657600">
              <a:spcBef>
                <a:spcPts val="400"/>
              </a:spcBef>
              <a:spcAft>
                <a:spcPts val="0"/>
              </a:spcAft>
              <a:buClr>
                <a:schemeClr val="lt2"/>
              </a:buClr>
              <a:buSzPts val="2100"/>
              <a:buChar char="•"/>
              <a:defRPr>
                <a:solidFill>
                  <a:schemeClr val="lt2"/>
                </a:solidFill>
              </a:defRPr>
            </a:lvl8pPr>
            <a:lvl9pPr indent="-361950" lvl="8" marL="4114800">
              <a:spcBef>
                <a:spcPts val="400"/>
              </a:spcBef>
              <a:spcAft>
                <a:spcPts val="0"/>
              </a:spcAft>
              <a:buClr>
                <a:schemeClr val="lt2"/>
              </a:buClr>
              <a:buSzPts val="2100"/>
              <a:buChar char="•"/>
              <a:defRPr>
                <a:solidFill>
                  <a:schemeClr val="lt2"/>
                </a:solidFill>
              </a:defRPr>
            </a:lvl9pPr>
          </a:lstStyle>
          <a:p/>
        </p:txBody>
      </p:sp>
      <p:sp>
        <p:nvSpPr>
          <p:cNvPr id="39" name="Google Shape;39;p3"/>
          <p:cNvSpPr txBox="1"/>
          <p:nvPr>
            <p:ph idx="5" type="body"/>
          </p:nvPr>
        </p:nvSpPr>
        <p:spPr>
          <a:xfrm>
            <a:off x="4618650" y="4645375"/>
            <a:ext cx="2786400" cy="534300"/>
          </a:xfrm>
          <a:prstGeom prst="rect">
            <a:avLst/>
          </a:prstGeom>
        </p:spPr>
        <p:txBody>
          <a:bodyPr anchorCtr="0" anchor="t" bIns="0" lIns="0" spcFirstLastPara="1" rIns="0" wrap="square" tIns="0">
            <a:noAutofit/>
          </a:bodyPr>
          <a:lstStyle>
            <a:lvl1pPr indent="-381000" lvl="0" marL="457200">
              <a:spcBef>
                <a:spcPts val="640"/>
              </a:spcBef>
              <a:spcAft>
                <a:spcPts val="0"/>
              </a:spcAft>
              <a:buClr>
                <a:schemeClr val="lt2"/>
              </a:buClr>
              <a:buSzPts val="2400"/>
              <a:buChar char="•"/>
              <a:defRPr sz="2400">
                <a:solidFill>
                  <a:schemeClr val="lt2"/>
                </a:solidFill>
              </a:defRPr>
            </a:lvl1pPr>
            <a:lvl2pPr indent="-361950" lvl="1" marL="914400">
              <a:spcBef>
                <a:spcPts val="560"/>
              </a:spcBef>
              <a:spcAft>
                <a:spcPts val="0"/>
              </a:spcAft>
              <a:buSzPts val="2100"/>
              <a:buChar char="–"/>
              <a:defRPr/>
            </a:lvl2pPr>
            <a:lvl3pPr indent="-361950" lvl="2" marL="1371600">
              <a:spcBef>
                <a:spcPts val="480"/>
              </a:spcBef>
              <a:spcAft>
                <a:spcPts val="0"/>
              </a:spcAft>
              <a:buSzPts val="2100"/>
              <a:buChar char="•"/>
              <a:defRPr/>
            </a:lvl3pPr>
            <a:lvl4pPr indent="-361950" lvl="3" marL="1828800">
              <a:spcBef>
                <a:spcPts val="400"/>
              </a:spcBef>
              <a:spcAft>
                <a:spcPts val="0"/>
              </a:spcAft>
              <a:buSzPts val="2100"/>
              <a:buChar char="–"/>
              <a:defRPr/>
            </a:lvl4pPr>
            <a:lvl5pPr indent="-361950" lvl="4" marL="2286000">
              <a:spcBef>
                <a:spcPts val="400"/>
              </a:spcBef>
              <a:spcAft>
                <a:spcPts val="0"/>
              </a:spcAft>
              <a:buSzPts val="2100"/>
              <a:buChar char="»"/>
              <a:defRPr/>
            </a:lvl5pPr>
            <a:lvl6pPr indent="-361950" lvl="5" marL="2743200">
              <a:spcBef>
                <a:spcPts val="400"/>
              </a:spcBef>
              <a:spcAft>
                <a:spcPts val="0"/>
              </a:spcAft>
              <a:buSzPts val="2100"/>
              <a:buChar char="•"/>
              <a:defRPr/>
            </a:lvl6pPr>
            <a:lvl7pPr indent="-361950" lvl="6" marL="3200400">
              <a:spcBef>
                <a:spcPts val="400"/>
              </a:spcBef>
              <a:spcAft>
                <a:spcPts val="0"/>
              </a:spcAft>
              <a:buSzPts val="2100"/>
              <a:buChar char="•"/>
              <a:defRPr/>
            </a:lvl7pPr>
            <a:lvl8pPr indent="-361950" lvl="7" marL="3657600">
              <a:spcBef>
                <a:spcPts val="400"/>
              </a:spcBef>
              <a:spcAft>
                <a:spcPts val="0"/>
              </a:spcAft>
              <a:buSzPts val="2100"/>
              <a:buChar char="•"/>
              <a:defRPr/>
            </a:lvl8pPr>
            <a:lvl9pPr indent="-361950" lvl="8" marL="4114800">
              <a:spcBef>
                <a:spcPts val="400"/>
              </a:spcBef>
              <a:spcAft>
                <a:spcPts val="0"/>
              </a:spcAft>
              <a:buSzPts val="2100"/>
              <a:buChar char="•"/>
              <a:defRPr/>
            </a:lvl9pPr>
          </a:lstStyle>
          <a:p/>
        </p:txBody>
      </p:sp>
      <p:sp>
        <p:nvSpPr>
          <p:cNvPr id="40" name="Google Shape;40;p3"/>
          <p:cNvSpPr txBox="1"/>
          <p:nvPr>
            <p:ph idx="6" type="body"/>
          </p:nvPr>
        </p:nvSpPr>
        <p:spPr>
          <a:xfrm>
            <a:off x="13455175" y="4645375"/>
            <a:ext cx="2786400" cy="534300"/>
          </a:xfrm>
          <a:prstGeom prst="rect">
            <a:avLst/>
          </a:prstGeom>
        </p:spPr>
        <p:txBody>
          <a:bodyPr anchorCtr="0" anchor="t" bIns="0" lIns="0" spcFirstLastPara="1" rIns="0" wrap="square" tIns="0">
            <a:noAutofit/>
          </a:bodyPr>
          <a:lstStyle>
            <a:lvl1pPr indent="-381000" lvl="0" marL="457200" rtl="0">
              <a:spcBef>
                <a:spcPts val="640"/>
              </a:spcBef>
              <a:spcAft>
                <a:spcPts val="0"/>
              </a:spcAft>
              <a:buClr>
                <a:schemeClr val="lt2"/>
              </a:buClr>
              <a:buSzPts val="2400"/>
              <a:buChar char="•"/>
              <a:defRPr sz="2400">
                <a:solidFill>
                  <a:schemeClr val="lt2"/>
                </a:solidFill>
              </a:defRPr>
            </a:lvl1pPr>
            <a:lvl2pPr indent="-361950" lvl="1" marL="914400" rtl="0">
              <a:spcBef>
                <a:spcPts val="560"/>
              </a:spcBef>
              <a:spcAft>
                <a:spcPts val="0"/>
              </a:spcAft>
              <a:buSzPts val="2100"/>
              <a:buChar char="–"/>
              <a:defRPr/>
            </a:lvl2pPr>
            <a:lvl3pPr indent="-361950" lvl="2" marL="1371600" rtl="0">
              <a:spcBef>
                <a:spcPts val="480"/>
              </a:spcBef>
              <a:spcAft>
                <a:spcPts val="0"/>
              </a:spcAft>
              <a:buSzPts val="2100"/>
              <a:buChar char="•"/>
              <a:defRPr/>
            </a:lvl3pPr>
            <a:lvl4pPr indent="-361950" lvl="3" marL="1828800" rtl="0">
              <a:spcBef>
                <a:spcPts val="400"/>
              </a:spcBef>
              <a:spcAft>
                <a:spcPts val="0"/>
              </a:spcAft>
              <a:buSzPts val="2100"/>
              <a:buChar char="–"/>
              <a:defRPr/>
            </a:lvl4pPr>
            <a:lvl5pPr indent="-361950" lvl="4" marL="2286000" rtl="0">
              <a:spcBef>
                <a:spcPts val="400"/>
              </a:spcBef>
              <a:spcAft>
                <a:spcPts val="0"/>
              </a:spcAft>
              <a:buSzPts val="2100"/>
              <a:buChar char="»"/>
              <a:defRPr/>
            </a:lvl5pPr>
            <a:lvl6pPr indent="-361950" lvl="5" marL="2743200" rtl="0">
              <a:spcBef>
                <a:spcPts val="400"/>
              </a:spcBef>
              <a:spcAft>
                <a:spcPts val="0"/>
              </a:spcAft>
              <a:buSzPts val="2100"/>
              <a:buChar char="•"/>
              <a:defRPr/>
            </a:lvl6pPr>
            <a:lvl7pPr indent="-361950" lvl="6" marL="3200400" rtl="0">
              <a:spcBef>
                <a:spcPts val="400"/>
              </a:spcBef>
              <a:spcAft>
                <a:spcPts val="0"/>
              </a:spcAft>
              <a:buSzPts val="2100"/>
              <a:buChar char="•"/>
              <a:defRPr/>
            </a:lvl7pPr>
            <a:lvl8pPr indent="-361950" lvl="7" marL="3657600" rtl="0">
              <a:spcBef>
                <a:spcPts val="400"/>
              </a:spcBef>
              <a:spcAft>
                <a:spcPts val="0"/>
              </a:spcAft>
              <a:buSzPts val="2100"/>
              <a:buChar char="•"/>
              <a:defRPr/>
            </a:lvl8pPr>
            <a:lvl9pPr indent="-361950" lvl="8" marL="4114800" rtl="0">
              <a:spcBef>
                <a:spcPts val="400"/>
              </a:spcBef>
              <a:spcAft>
                <a:spcPts val="0"/>
              </a:spcAft>
              <a:buSzPts val="2100"/>
              <a:buChar char="•"/>
              <a:defRPr/>
            </a:lvl9pPr>
          </a:lstStyle>
          <a:p/>
        </p:txBody>
      </p:sp>
      <p:sp>
        <p:nvSpPr>
          <p:cNvPr id="41" name="Google Shape;41;p3"/>
          <p:cNvSpPr txBox="1"/>
          <p:nvPr>
            <p:ph idx="7" type="subTitle"/>
          </p:nvPr>
        </p:nvSpPr>
        <p:spPr>
          <a:xfrm>
            <a:off x="4618650" y="4091900"/>
            <a:ext cx="2786400" cy="553500"/>
          </a:xfrm>
          <a:prstGeom prst="rect">
            <a:avLst/>
          </a:prstGeom>
        </p:spPr>
        <p:txBody>
          <a:bodyPr anchorCtr="0" anchor="t" bIns="0" lIns="0" spcFirstLastPara="1" rIns="0" wrap="square" tIns="0">
            <a:noAutofit/>
          </a:bodyPr>
          <a:lstStyle>
            <a:lvl1pPr lvl="0">
              <a:spcBef>
                <a:spcPts val="640"/>
              </a:spcBef>
              <a:spcAft>
                <a:spcPts val="0"/>
              </a:spcAft>
              <a:buClr>
                <a:schemeClr val="lt2"/>
              </a:buClr>
              <a:buSzPts val="3200"/>
              <a:buNone/>
              <a:defRPr>
                <a:solidFill>
                  <a:schemeClr val="lt2"/>
                </a:solidFill>
              </a:defRPr>
            </a:lvl1pPr>
            <a:lvl2pPr lvl="1">
              <a:spcBef>
                <a:spcPts val="560"/>
              </a:spcBef>
              <a:spcAft>
                <a:spcPts val="0"/>
              </a:spcAft>
              <a:buSzPts val="2100"/>
              <a:buNone/>
              <a:defRPr/>
            </a:lvl2pPr>
            <a:lvl3pPr lvl="2">
              <a:spcBef>
                <a:spcPts val="480"/>
              </a:spcBef>
              <a:spcAft>
                <a:spcPts val="0"/>
              </a:spcAft>
              <a:buSzPts val="2100"/>
              <a:buNone/>
              <a:defRPr/>
            </a:lvl3pPr>
            <a:lvl4pPr lvl="3">
              <a:spcBef>
                <a:spcPts val="400"/>
              </a:spcBef>
              <a:spcAft>
                <a:spcPts val="0"/>
              </a:spcAft>
              <a:buSzPts val="2100"/>
              <a:buNone/>
              <a:defRPr/>
            </a:lvl4pPr>
            <a:lvl5pPr lvl="4">
              <a:spcBef>
                <a:spcPts val="400"/>
              </a:spcBef>
              <a:spcAft>
                <a:spcPts val="0"/>
              </a:spcAft>
              <a:buSzPts val="2100"/>
              <a:buNone/>
              <a:defRPr/>
            </a:lvl5pPr>
            <a:lvl6pPr lvl="5">
              <a:spcBef>
                <a:spcPts val="400"/>
              </a:spcBef>
              <a:spcAft>
                <a:spcPts val="0"/>
              </a:spcAft>
              <a:buSzPts val="2100"/>
              <a:buNone/>
              <a:defRPr/>
            </a:lvl6pPr>
            <a:lvl7pPr lvl="6">
              <a:spcBef>
                <a:spcPts val="400"/>
              </a:spcBef>
              <a:spcAft>
                <a:spcPts val="0"/>
              </a:spcAft>
              <a:buSzPts val="2100"/>
              <a:buNone/>
              <a:defRPr/>
            </a:lvl7pPr>
            <a:lvl8pPr lvl="7">
              <a:spcBef>
                <a:spcPts val="400"/>
              </a:spcBef>
              <a:spcAft>
                <a:spcPts val="0"/>
              </a:spcAft>
              <a:buSzPts val="2100"/>
              <a:buNone/>
              <a:defRPr/>
            </a:lvl8pPr>
            <a:lvl9pPr lvl="8">
              <a:spcBef>
                <a:spcPts val="400"/>
              </a:spcBef>
              <a:spcAft>
                <a:spcPts val="0"/>
              </a:spcAft>
              <a:buSzPts val="2100"/>
              <a:buNone/>
              <a:defRPr/>
            </a:lvl9pPr>
          </a:lstStyle>
          <a:p/>
        </p:txBody>
      </p:sp>
      <p:sp>
        <p:nvSpPr>
          <p:cNvPr id="42" name="Google Shape;42;p3"/>
          <p:cNvSpPr txBox="1"/>
          <p:nvPr>
            <p:ph idx="8" type="subTitle"/>
          </p:nvPr>
        </p:nvSpPr>
        <p:spPr>
          <a:xfrm>
            <a:off x="13455175" y="4160025"/>
            <a:ext cx="2786400" cy="553500"/>
          </a:xfrm>
          <a:prstGeom prst="rect">
            <a:avLst/>
          </a:prstGeom>
        </p:spPr>
        <p:txBody>
          <a:bodyPr anchorCtr="0" anchor="t" bIns="0" lIns="0" spcFirstLastPara="1" rIns="0" wrap="square" tIns="0">
            <a:noAutofit/>
          </a:bodyPr>
          <a:lstStyle>
            <a:lvl1pPr lvl="0" rtl="0">
              <a:spcBef>
                <a:spcPts val="640"/>
              </a:spcBef>
              <a:spcAft>
                <a:spcPts val="0"/>
              </a:spcAft>
              <a:buClr>
                <a:schemeClr val="lt2"/>
              </a:buClr>
              <a:buSzPts val="3200"/>
              <a:buNone/>
              <a:defRPr>
                <a:solidFill>
                  <a:schemeClr val="lt2"/>
                </a:solidFill>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p:txBody>
      </p:sp>
      <p:sp>
        <p:nvSpPr>
          <p:cNvPr id="43" name="Google Shape;43;p3"/>
          <p:cNvSpPr txBox="1"/>
          <p:nvPr>
            <p:ph type="title"/>
          </p:nvPr>
        </p:nvSpPr>
        <p:spPr>
          <a:xfrm>
            <a:off x="1005525" y="1736250"/>
            <a:ext cx="7863300" cy="1398300"/>
          </a:xfrm>
          <a:prstGeom prst="rect">
            <a:avLst/>
          </a:prstGeom>
        </p:spPr>
        <p:txBody>
          <a:bodyPr anchorCtr="0" anchor="t" bIns="0" lIns="0" spcFirstLastPara="1" rIns="0" wrap="square" tIns="0">
            <a:noAutofit/>
          </a:bodyPr>
          <a:lstStyle>
            <a:lvl1pPr lvl="0">
              <a:spcBef>
                <a:spcPts val="0"/>
              </a:spcBef>
              <a:spcAft>
                <a:spcPts val="0"/>
              </a:spcAft>
              <a:buSzPts val="11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3"/>
          <p:cNvSpPr txBox="1"/>
          <p:nvPr>
            <p:ph idx="9" type="body"/>
          </p:nvPr>
        </p:nvSpPr>
        <p:spPr>
          <a:xfrm>
            <a:off x="670013" y="766213"/>
            <a:ext cx="5496600" cy="413100"/>
          </a:xfrm>
          <a:prstGeom prst="rect">
            <a:avLst/>
          </a:prstGeom>
        </p:spPr>
        <p:txBody>
          <a:bodyPr anchorCtr="0" anchor="t" bIns="0" lIns="0" spcFirstLastPara="1" rIns="0" wrap="square" tIns="0">
            <a:noAutofit/>
          </a:bodyPr>
          <a:lstStyle>
            <a:lvl1pPr indent="-361950" lvl="0" marL="457200" rtl="0">
              <a:spcBef>
                <a:spcPts val="640"/>
              </a:spcBef>
              <a:spcAft>
                <a:spcPts val="0"/>
              </a:spcAft>
              <a:buClr>
                <a:schemeClr val="lt2"/>
              </a:buClr>
              <a:buSzPts val="2100"/>
              <a:buChar char="•"/>
              <a:defRPr b="0" sz="2100">
                <a:solidFill>
                  <a:schemeClr val="lt2"/>
                </a:solidFill>
              </a:defRPr>
            </a:lvl1pPr>
            <a:lvl2pPr indent="-361950" lvl="1" marL="914400" rtl="0">
              <a:spcBef>
                <a:spcPts val="560"/>
              </a:spcBef>
              <a:spcAft>
                <a:spcPts val="0"/>
              </a:spcAft>
              <a:buClr>
                <a:schemeClr val="lt2"/>
              </a:buClr>
              <a:buSzPts val="2100"/>
              <a:buChar char="–"/>
              <a:defRPr>
                <a:solidFill>
                  <a:schemeClr val="lt2"/>
                </a:solidFill>
              </a:defRPr>
            </a:lvl2pPr>
            <a:lvl3pPr indent="-361950" lvl="2" marL="1371600" rtl="0">
              <a:spcBef>
                <a:spcPts val="480"/>
              </a:spcBef>
              <a:spcAft>
                <a:spcPts val="0"/>
              </a:spcAft>
              <a:buClr>
                <a:schemeClr val="lt2"/>
              </a:buClr>
              <a:buSzPts val="2100"/>
              <a:buChar char="•"/>
              <a:defRPr>
                <a:solidFill>
                  <a:schemeClr val="lt2"/>
                </a:solidFill>
              </a:defRPr>
            </a:lvl3pPr>
            <a:lvl4pPr indent="-361950" lvl="3" marL="1828800" rtl="0">
              <a:spcBef>
                <a:spcPts val="400"/>
              </a:spcBef>
              <a:spcAft>
                <a:spcPts val="0"/>
              </a:spcAft>
              <a:buClr>
                <a:schemeClr val="lt2"/>
              </a:buClr>
              <a:buSzPts val="2100"/>
              <a:buChar char="–"/>
              <a:defRPr>
                <a:solidFill>
                  <a:schemeClr val="lt2"/>
                </a:solidFill>
              </a:defRPr>
            </a:lvl4pPr>
            <a:lvl5pPr indent="-361950" lvl="4" marL="2286000" rtl="0">
              <a:spcBef>
                <a:spcPts val="400"/>
              </a:spcBef>
              <a:spcAft>
                <a:spcPts val="0"/>
              </a:spcAft>
              <a:buClr>
                <a:schemeClr val="lt2"/>
              </a:buClr>
              <a:buSzPts val="2100"/>
              <a:buChar char="»"/>
              <a:defRPr>
                <a:solidFill>
                  <a:schemeClr val="lt2"/>
                </a:solidFill>
              </a:defRPr>
            </a:lvl5pPr>
            <a:lvl6pPr indent="-361950" lvl="5" marL="2743200" rtl="0">
              <a:spcBef>
                <a:spcPts val="400"/>
              </a:spcBef>
              <a:spcAft>
                <a:spcPts val="0"/>
              </a:spcAft>
              <a:buClr>
                <a:schemeClr val="lt2"/>
              </a:buClr>
              <a:buSzPts val="2100"/>
              <a:buChar char="•"/>
              <a:defRPr>
                <a:solidFill>
                  <a:schemeClr val="lt2"/>
                </a:solidFill>
              </a:defRPr>
            </a:lvl6pPr>
            <a:lvl7pPr indent="-361950" lvl="6" marL="3200400" rtl="0">
              <a:spcBef>
                <a:spcPts val="400"/>
              </a:spcBef>
              <a:spcAft>
                <a:spcPts val="0"/>
              </a:spcAft>
              <a:buClr>
                <a:schemeClr val="lt2"/>
              </a:buClr>
              <a:buSzPts val="2100"/>
              <a:buChar char="•"/>
              <a:defRPr>
                <a:solidFill>
                  <a:schemeClr val="lt2"/>
                </a:solidFill>
              </a:defRPr>
            </a:lvl7pPr>
            <a:lvl8pPr indent="-361950" lvl="7" marL="3657600" rtl="0">
              <a:spcBef>
                <a:spcPts val="400"/>
              </a:spcBef>
              <a:spcAft>
                <a:spcPts val="0"/>
              </a:spcAft>
              <a:buClr>
                <a:schemeClr val="lt2"/>
              </a:buClr>
              <a:buSzPts val="2100"/>
              <a:buChar char="•"/>
              <a:defRPr>
                <a:solidFill>
                  <a:schemeClr val="lt2"/>
                </a:solidFill>
              </a:defRPr>
            </a:lvl8pPr>
            <a:lvl9pPr indent="-361950" lvl="8" marL="4114800" rtl="0">
              <a:spcBef>
                <a:spcPts val="400"/>
              </a:spcBef>
              <a:spcAft>
                <a:spcPts val="0"/>
              </a:spcAft>
              <a:buClr>
                <a:schemeClr val="lt2"/>
              </a:buClr>
              <a:buSzPts val="2100"/>
              <a:buChar char="•"/>
              <a:defRPr>
                <a:solidFill>
                  <a:schemeClr val="lt2"/>
                </a:solidFill>
              </a:defRPr>
            </a:lvl9pPr>
          </a:lstStyle>
          <a:p/>
        </p:txBody>
      </p:sp>
      <p:sp>
        <p:nvSpPr>
          <p:cNvPr id="45" name="Google Shape;45;p3"/>
          <p:cNvSpPr txBox="1"/>
          <p:nvPr>
            <p:ph idx="13" type="body"/>
          </p:nvPr>
        </p:nvSpPr>
        <p:spPr>
          <a:xfrm>
            <a:off x="12617438" y="817225"/>
            <a:ext cx="5019600" cy="362100"/>
          </a:xfrm>
          <a:prstGeom prst="rect">
            <a:avLst/>
          </a:prstGeom>
        </p:spPr>
        <p:txBody>
          <a:bodyPr anchorCtr="0" anchor="t" bIns="0" lIns="0" spcFirstLastPara="1" rIns="0" wrap="square" tIns="0">
            <a:noAutofit/>
          </a:bodyPr>
          <a:lstStyle>
            <a:lvl1pPr indent="-361950" lvl="0" marL="457200" rtl="0" algn="r">
              <a:spcBef>
                <a:spcPts val="640"/>
              </a:spcBef>
              <a:spcAft>
                <a:spcPts val="0"/>
              </a:spcAft>
              <a:buClr>
                <a:schemeClr val="lt2"/>
              </a:buClr>
              <a:buSzPts val="2100"/>
              <a:buChar char="•"/>
              <a:defRPr b="0" sz="2100">
                <a:solidFill>
                  <a:schemeClr val="lt2"/>
                </a:solidFill>
              </a:defRPr>
            </a:lvl1pPr>
            <a:lvl2pPr indent="-361950" lvl="1" marL="914400" rtl="0" algn="r">
              <a:spcBef>
                <a:spcPts val="560"/>
              </a:spcBef>
              <a:spcAft>
                <a:spcPts val="0"/>
              </a:spcAft>
              <a:buClr>
                <a:schemeClr val="lt2"/>
              </a:buClr>
              <a:buSzPts val="2100"/>
              <a:buChar char="–"/>
              <a:defRPr>
                <a:solidFill>
                  <a:schemeClr val="lt2"/>
                </a:solidFill>
              </a:defRPr>
            </a:lvl2pPr>
            <a:lvl3pPr indent="-361950" lvl="2" marL="1371600" rtl="0" algn="r">
              <a:spcBef>
                <a:spcPts val="480"/>
              </a:spcBef>
              <a:spcAft>
                <a:spcPts val="0"/>
              </a:spcAft>
              <a:buClr>
                <a:schemeClr val="lt2"/>
              </a:buClr>
              <a:buSzPts val="2100"/>
              <a:buChar char="•"/>
              <a:defRPr>
                <a:solidFill>
                  <a:schemeClr val="lt2"/>
                </a:solidFill>
              </a:defRPr>
            </a:lvl3pPr>
            <a:lvl4pPr indent="-361950" lvl="3" marL="1828800" rtl="0" algn="r">
              <a:spcBef>
                <a:spcPts val="400"/>
              </a:spcBef>
              <a:spcAft>
                <a:spcPts val="0"/>
              </a:spcAft>
              <a:buClr>
                <a:schemeClr val="lt2"/>
              </a:buClr>
              <a:buSzPts val="2100"/>
              <a:buChar char="–"/>
              <a:defRPr>
                <a:solidFill>
                  <a:schemeClr val="lt2"/>
                </a:solidFill>
              </a:defRPr>
            </a:lvl4pPr>
            <a:lvl5pPr indent="-361950" lvl="4" marL="2286000" rtl="0" algn="r">
              <a:spcBef>
                <a:spcPts val="400"/>
              </a:spcBef>
              <a:spcAft>
                <a:spcPts val="0"/>
              </a:spcAft>
              <a:buClr>
                <a:schemeClr val="lt2"/>
              </a:buClr>
              <a:buSzPts val="2100"/>
              <a:buChar char="»"/>
              <a:defRPr>
                <a:solidFill>
                  <a:schemeClr val="lt2"/>
                </a:solidFill>
              </a:defRPr>
            </a:lvl5pPr>
            <a:lvl6pPr indent="-361950" lvl="5" marL="2743200" rtl="0" algn="r">
              <a:spcBef>
                <a:spcPts val="400"/>
              </a:spcBef>
              <a:spcAft>
                <a:spcPts val="0"/>
              </a:spcAft>
              <a:buClr>
                <a:schemeClr val="lt2"/>
              </a:buClr>
              <a:buSzPts val="2100"/>
              <a:buChar char="•"/>
              <a:defRPr>
                <a:solidFill>
                  <a:schemeClr val="lt2"/>
                </a:solidFill>
              </a:defRPr>
            </a:lvl6pPr>
            <a:lvl7pPr indent="-361950" lvl="6" marL="3200400" rtl="0" algn="r">
              <a:spcBef>
                <a:spcPts val="400"/>
              </a:spcBef>
              <a:spcAft>
                <a:spcPts val="0"/>
              </a:spcAft>
              <a:buClr>
                <a:schemeClr val="lt2"/>
              </a:buClr>
              <a:buSzPts val="2100"/>
              <a:buChar char="•"/>
              <a:defRPr>
                <a:solidFill>
                  <a:schemeClr val="lt2"/>
                </a:solidFill>
              </a:defRPr>
            </a:lvl7pPr>
            <a:lvl8pPr indent="-361950" lvl="7" marL="3657600" rtl="0" algn="r">
              <a:spcBef>
                <a:spcPts val="400"/>
              </a:spcBef>
              <a:spcAft>
                <a:spcPts val="0"/>
              </a:spcAft>
              <a:buClr>
                <a:schemeClr val="lt2"/>
              </a:buClr>
              <a:buSzPts val="2100"/>
              <a:buChar char="•"/>
              <a:defRPr>
                <a:solidFill>
                  <a:schemeClr val="lt2"/>
                </a:solidFill>
              </a:defRPr>
            </a:lvl8pPr>
            <a:lvl9pPr indent="-361950" lvl="8" marL="4114800" rtl="0" algn="r">
              <a:spcBef>
                <a:spcPts val="400"/>
              </a:spcBef>
              <a:spcAft>
                <a:spcPts val="0"/>
              </a:spcAft>
              <a:buClr>
                <a:schemeClr val="lt2"/>
              </a:buClr>
              <a:buSzPts val="2100"/>
              <a:buChar char="•"/>
              <a:defRPr>
                <a:solidFill>
                  <a:schemeClr val="lt2"/>
                </a:solidFill>
              </a:defRPr>
            </a:lvl9pPr>
          </a:lstStyle>
          <a:p/>
        </p:txBody>
      </p:sp>
      <p:sp>
        <p:nvSpPr>
          <p:cNvPr id="46" name="Google Shape;46;p3"/>
          <p:cNvSpPr txBox="1"/>
          <p:nvPr/>
        </p:nvSpPr>
        <p:spPr>
          <a:xfrm>
            <a:off x="8741225" y="9016050"/>
            <a:ext cx="763500" cy="3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chemeClr val="dk1"/>
                </a:solidFill>
                <a:latin typeface="Playfair Display"/>
                <a:ea typeface="Playfair Display"/>
                <a:cs typeface="Playfair Display"/>
                <a:sym typeface="Playfair Display"/>
              </a:rPr>
              <a:t>00</a:t>
            </a:r>
            <a:endParaRPr b="1" sz="2400">
              <a:solidFill>
                <a:schemeClr val="lt2"/>
              </a:solidFill>
              <a:latin typeface="Playfair Display"/>
              <a:ea typeface="Playfair Display"/>
              <a:cs typeface="Playfair Display"/>
              <a:sym typeface="Playfair Display"/>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p:cSld name="CUSTOM_4">
    <p:spTree>
      <p:nvGrpSpPr>
        <p:cNvPr id="47" name="Shape 47"/>
        <p:cNvGrpSpPr/>
        <p:nvPr/>
      </p:nvGrpSpPr>
      <p:grpSpPr>
        <a:xfrm>
          <a:off x="0" y="0"/>
          <a:ext cx="0" cy="0"/>
          <a:chOff x="0" y="0"/>
          <a:chExt cx="0" cy="0"/>
        </a:xfrm>
      </p:grpSpPr>
      <p:grpSp>
        <p:nvGrpSpPr>
          <p:cNvPr id="48" name="Google Shape;48;p4"/>
          <p:cNvGrpSpPr/>
          <p:nvPr/>
        </p:nvGrpSpPr>
        <p:grpSpPr>
          <a:xfrm>
            <a:off x="0" y="8851549"/>
            <a:ext cx="18288118" cy="668843"/>
            <a:chOff x="0" y="-38100"/>
            <a:chExt cx="4816592" cy="176155"/>
          </a:xfrm>
        </p:grpSpPr>
        <p:sp>
          <p:nvSpPr>
            <p:cNvPr id="49" name="Google Shape;49;p4"/>
            <p:cNvSpPr/>
            <p:nvPr/>
          </p:nvSpPr>
          <p:spPr>
            <a:xfrm>
              <a:off x="0" y="0"/>
              <a:ext cx="4816592" cy="138055"/>
            </a:xfrm>
            <a:custGeom>
              <a:rect b="b" l="l" r="r" t="t"/>
              <a:pathLst>
                <a:path extrusionOk="0" h="138055" w="4816592">
                  <a:moveTo>
                    <a:pt x="0" y="0"/>
                  </a:moveTo>
                  <a:lnTo>
                    <a:pt x="4816592" y="0"/>
                  </a:lnTo>
                  <a:lnTo>
                    <a:pt x="4816592" y="138055"/>
                  </a:lnTo>
                  <a:lnTo>
                    <a:pt x="0" y="138055"/>
                  </a:lnTo>
                  <a:close/>
                </a:path>
              </a:pathLst>
            </a:custGeom>
            <a:solidFill>
              <a:srgbClr val="333333"/>
            </a:solidFill>
            <a:ln>
              <a:noFill/>
            </a:ln>
          </p:spPr>
        </p:sp>
        <p:sp>
          <p:nvSpPr>
            <p:cNvPr id="50" name="Google Shape;50;p4"/>
            <p:cNvSpPr txBox="1"/>
            <p:nvPr/>
          </p:nvSpPr>
          <p:spPr>
            <a:xfrm>
              <a:off x="0" y="-38100"/>
              <a:ext cx="4816500" cy="1761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1" name="Google Shape;51;p4"/>
          <p:cNvGrpSpPr/>
          <p:nvPr/>
        </p:nvGrpSpPr>
        <p:grpSpPr>
          <a:xfrm>
            <a:off x="8477618" y="8874014"/>
            <a:ext cx="1351552" cy="768424"/>
            <a:chOff x="0" y="0"/>
            <a:chExt cx="11928966" cy="6782210"/>
          </a:xfrm>
        </p:grpSpPr>
        <p:sp>
          <p:nvSpPr>
            <p:cNvPr id="52" name="Google Shape;52;p4"/>
            <p:cNvSpPr/>
            <p:nvPr/>
          </p:nvSpPr>
          <p:spPr>
            <a:xfrm>
              <a:off x="6350" y="6350"/>
              <a:ext cx="11916266" cy="6769510"/>
            </a:xfrm>
            <a:custGeom>
              <a:rect b="b" l="l" r="r" t="t"/>
              <a:pathLst>
                <a:path extrusionOk="0" h="6769510" w="11916266">
                  <a:moveTo>
                    <a:pt x="0" y="0"/>
                  </a:moveTo>
                  <a:lnTo>
                    <a:pt x="11916266" y="0"/>
                  </a:lnTo>
                  <a:lnTo>
                    <a:pt x="11916266" y="6769510"/>
                  </a:lnTo>
                  <a:lnTo>
                    <a:pt x="0" y="6769510"/>
                  </a:lnTo>
                  <a:close/>
                </a:path>
              </a:pathLst>
            </a:custGeom>
            <a:solidFill>
              <a:srgbClr val="333333"/>
            </a:solidFill>
            <a:ln>
              <a:noFill/>
            </a:ln>
          </p:spPr>
        </p:sp>
        <p:sp>
          <p:nvSpPr>
            <p:cNvPr id="53" name="Google Shape;53;p4"/>
            <p:cNvSpPr/>
            <p:nvPr/>
          </p:nvSpPr>
          <p:spPr>
            <a:xfrm>
              <a:off x="0" y="0"/>
              <a:ext cx="11928966" cy="6782210"/>
            </a:xfrm>
            <a:custGeom>
              <a:rect b="b" l="l" r="r" t="t"/>
              <a:pathLst>
                <a:path extrusionOk="0" h="6782210" w="11928966">
                  <a:moveTo>
                    <a:pt x="6350" y="6782210"/>
                  </a:moveTo>
                  <a:lnTo>
                    <a:pt x="0" y="6782210"/>
                  </a:lnTo>
                  <a:lnTo>
                    <a:pt x="0" y="0"/>
                  </a:lnTo>
                  <a:lnTo>
                    <a:pt x="11928966" y="0"/>
                  </a:lnTo>
                  <a:lnTo>
                    <a:pt x="11928966" y="6782210"/>
                  </a:lnTo>
                  <a:lnTo>
                    <a:pt x="6350" y="6782210"/>
                  </a:lnTo>
                  <a:close/>
                  <a:moveTo>
                    <a:pt x="12700" y="12700"/>
                  </a:moveTo>
                  <a:lnTo>
                    <a:pt x="12700" y="6769510"/>
                  </a:lnTo>
                  <a:lnTo>
                    <a:pt x="11916266" y="6769510"/>
                  </a:lnTo>
                  <a:lnTo>
                    <a:pt x="11916266" y="12700"/>
                  </a:lnTo>
                  <a:lnTo>
                    <a:pt x="12700" y="12700"/>
                  </a:lnTo>
                  <a:close/>
                </a:path>
              </a:pathLst>
            </a:custGeom>
            <a:solidFill>
              <a:srgbClr val="F8F3E2"/>
            </a:solidFill>
            <a:ln>
              <a:noFill/>
            </a:ln>
          </p:spPr>
        </p:sp>
        <p:sp>
          <p:nvSpPr>
            <p:cNvPr id="54" name="Google Shape;54;p4"/>
            <p:cNvSpPr/>
            <p:nvPr/>
          </p:nvSpPr>
          <p:spPr>
            <a:xfrm>
              <a:off x="139700" y="140970"/>
              <a:ext cx="11648296" cy="6501540"/>
            </a:xfrm>
            <a:custGeom>
              <a:rect b="b" l="l" r="r" t="t"/>
              <a:pathLst>
                <a:path extrusionOk="0" h="6501540" w="11648296">
                  <a:moveTo>
                    <a:pt x="0" y="0"/>
                  </a:moveTo>
                  <a:lnTo>
                    <a:pt x="11648296" y="0"/>
                  </a:lnTo>
                  <a:lnTo>
                    <a:pt x="11648296" y="6501540"/>
                  </a:lnTo>
                  <a:lnTo>
                    <a:pt x="0" y="6501540"/>
                  </a:lnTo>
                  <a:close/>
                </a:path>
              </a:pathLst>
            </a:custGeom>
            <a:solidFill>
              <a:srgbClr val="F8F3E2"/>
            </a:solidFill>
            <a:ln>
              <a:noFill/>
            </a:ln>
          </p:spPr>
        </p:sp>
      </p:grpSp>
      <p:grpSp>
        <p:nvGrpSpPr>
          <p:cNvPr id="55" name="Google Shape;55;p4"/>
          <p:cNvGrpSpPr/>
          <p:nvPr/>
        </p:nvGrpSpPr>
        <p:grpSpPr>
          <a:xfrm>
            <a:off x="-9525" y="500452"/>
            <a:ext cx="18288118" cy="866149"/>
            <a:chOff x="0" y="-47625"/>
            <a:chExt cx="4816592" cy="228120"/>
          </a:xfrm>
        </p:grpSpPr>
        <p:sp>
          <p:nvSpPr>
            <p:cNvPr id="56" name="Google Shape;56;p4"/>
            <p:cNvSpPr/>
            <p:nvPr/>
          </p:nvSpPr>
          <p:spPr>
            <a:xfrm>
              <a:off x="0" y="0"/>
              <a:ext cx="4816592" cy="180495"/>
            </a:xfrm>
            <a:custGeom>
              <a:rect b="b" l="l" r="r" t="t"/>
              <a:pathLst>
                <a:path extrusionOk="0" h="180495" w="4816592">
                  <a:moveTo>
                    <a:pt x="0" y="0"/>
                  </a:moveTo>
                  <a:lnTo>
                    <a:pt x="4816592" y="0"/>
                  </a:lnTo>
                  <a:lnTo>
                    <a:pt x="4816592" y="180495"/>
                  </a:lnTo>
                  <a:lnTo>
                    <a:pt x="0" y="180495"/>
                  </a:lnTo>
                  <a:close/>
                </a:path>
              </a:pathLst>
            </a:custGeom>
            <a:solidFill>
              <a:srgbClr val="BFCDAC"/>
            </a:solidFill>
            <a:ln>
              <a:noFill/>
            </a:ln>
          </p:spPr>
        </p:sp>
        <p:sp>
          <p:nvSpPr>
            <p:cNvPr id="57" name="Google Shape;57;p4"/>
            <p:cNvSpPr txBox="1"/>
            <p:nvPr/>
          </p:nvSpPr>
          <p:spPr>
            <a:xfrm>
              <a:off x="0" y="-47625"/>
              <a:ext cx="4816500" cy="22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58" name="Google Shape;58;p4"/>
          <p:cNvCxnSpPr/>
          <p:nvPr/>
        </p:nvCxnSpPr>
        <p:spPr>
          <a:xfrm>
            <a:off x="-9525" y="681279"/>
            <a:ext cx="18288000" cy="0"/>
          </a:xfrm>
          <a:prstGeom prst="straightConnector1">
            <a:avLst/>
          </a:prstGeom>
          <a:noFill/>
          <a:ln cap="flat" cmpd="sng" w="19050">
            <a:solidFill>
              <a:srgbClr val="333333"/>
            </a:solidFill>
            <a:prstDash val="solid"/>
            <a:round/>
            <a:headEnd len="sm" w="sm" type="none"/>
            <a:tailEnd len="sm" w="sm" type="none"/>
          </a:ln>
        </p:spPr>
      </p:cxnSp>
      <p:cxnSp>
        <p:nvCxnSpPr>
          <p:cNvPr id="59" name="Google Shape;59;p4"/>
          <p:cNvCxnSpPr/>
          <p:nvPr/>
        </p:nvCxnSpPr>
        <p:spPr>
          <a:xfrm>
            <a:off x="-9525" y="1357071"/>
            <a:ext cx="18288000" cy="0"/>
          </a:xfrm>
          <a:prstGeom prst="straightConnector1">
            <a:avLst/>
          </a:prstGeom>
          <a:noFill/>
          <a:ln cap="flat" cmpd="sng" w="19050">
            <a:solidFill>
              <a:srgbClr val="333333"/>
            </a:solidFill>
            <a:prstDash val="solid"/>
            <a:round/>
            <a:headEnd len="sm" w="sm" type="none"/>
            <a:tailEnd len="sm" w="sm" type="none"/>
          </a:ln>
        </p:spPr>
      </p:cxnSp>
      <p:grpSp>
        <p:nvGrpSpPr>
          <p:cNvPr id="60" name="Google Shape;60;p4"/>
          <p:cNvGrpSpPr/>
          <p:nvPr/>
        </p:nvGrpSpPr>
        <p:grpSpPr>
          <a:xfrm>
            <a:off x="1005530" y="3193110"/>
            <a:ext cx="4747644" cy="478409"/>
            <a:chOff x="0" y="-38100"/>
            <a:chExt cx="1250400" cy="126000"/>
          </a:xfrm>
        </p:grpSpPr>
        <p:sp>
          <p:nvSpPr>
            <p:cNvPr id="61" name="Google Shape;61;p4"/>
            <p:cNvSpPr/>
            <p:nvPr/>
          </p:nvSpPr>
          <p:spPr>
            <a:xfrm>
              <a:off x="0" y="0"/>
              <a:ext cx="1250389" cy="87858"/>
            </a:xfrm>
            <a:custGeom>
              <a:rect b="b" l="l" r="r" t="t"/>
              <a:pathLst>
                <a:path extrusionOk="0" h="87858" w="1250389">
                  <a:moveTo>
                    <a:pt x="0" y="0"/>
                  </a:moveTo>
                  <a:lnTo>
                    <a:pt x="1250389" y="0"/>
                  </a:lnTo>
                  <a:lnTo>
                    <a:pt x="1250389" y="87858"/>
                  </a:lnTo>
                  <a:lnTo>
                    <a:pt x="0" y="87858"/>
                  </a:lnTo>
                  <a:close/>
                </a:path>
              </a:pathLst>
            </a:custGeom>
            <a:solidFill>
              <a:srgbClr val="596548"/>
            </a:solidFill>
            <a:ln>
              <a:noFill/>
            </a:ln>
          </p:spPr>
        </p:sp>
        <p:sp>
          <p:nvSpPr>
            <p:cNvPr id="62" name="Google Shape;62;p4"/>
            <p:cNvSpPr txBox="1"/>
            <p:nvPr/>
          </p:nvSpPr>
          <p:spPr>
            <a:xfrm>
              <a:off x="0" y="-38100"/>
              <a:ext cx="1250400" cy="126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3" name="Google Shape;63;p4"/>
          <p:cNvGrpSpPr/>
          <p:nvPr/>
        </p:nvGrpSpPr>
        <p:grpSpPr>
          <a:xfrm>
            <a:off x="12511730" y="7058967"/>
            <a:ext cx="4747644" cy="478409"/>
            <a:chOff x="0" y="-38100"/>
            <a:chExt cx="1250400" cy="126000"/>
          </a:xfrm>
        </p:grpSpPr>
        <p:sp>
          <p:nvSpPr>
            <p:cNvPr id="64" name="Google Shape;64;p4"/>
            <p:cNvSpPr/>
            <p:nvPr/>
          </p:nvSpPr>
          <p:spPr>
            <a:xfrm>
              <a:off x="0" y="0"/>
              <a:ext cx="1250389" cy="87858"/>
            </a:xfrm>
            <a:custGeom>
              <a:rect b="b" l="l" r="r" t="t"/>
              <a:pathLst>
                <a:path extrusionOk="0" h="87858" w="1250389">
                  <a:moveTo>
                    <a:pt x="0" y="0"/>
                  </a:moveTo>
                  <a:lnTo>
                    <a:pt x="1250389" y="0"/>
                  </a:lnTo>
                  <a:lnTo>
                    <a:pt x="1250389" y="87858"/>
                  </a:lnTo>
                  <a:lnTo>
                    <a:pt x="0" y="87858"/>
                  </a:lnTo>
                  <a:close/>
                </a:path>
              </a:pathLst>
            </a:custGeom>
            <a:solidFill>
              <a:srgbClr val="596548"/>
            </a:solidFill>
            <a:ln>
              <a:noFill/>
            </a:ln>
          </p:spPr>
        </p:sp>
        <p:sp>
          <p:nvSpPr>
            <p:cNvPr id="65" name="Google Shape;65;p4"/>
            <p:cNvSpPr txBox="1"/>
            <p:nvPr/>
          </p:nvSpPr>
          <p:spPr>
            <a:xfrm>
              <a:off x="0" y="-38100"/>
              <a:ext cx="1250400" cy="126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66" name="Google Shape;66;p4"/>
          <p:cNvCxnSpPr/>
          <p:nvPr/>
        </p:nvCxnSpPr>
        <p:spPr>
          <a:xfrm>
            <a:off x="9144000" y="681279"/>
            <a:ext cx="0" cy="8173800"/>
          </a:xfrm>
          <a:prstGeom prst="straightConnector1">
            <a:avLst/>
          </a:prstGeom>
          <a:noFill/>
          <a:ln cap="flat" cmpd="sng" w="19050">
            <a:solidFill>
              <a:srgbClr val="333333"/>
            </a:solidFill>
            <a:prstDash val="solid"/>
            <a:round/>
            <a:headEnd len="sm" w="sm" type="none"/>
            <a:tailEnd len="sm" w="sm" type="none"/>
          </a:ln>
        </p:spPr>
      </p:cxnSp>
      <p:sp>
        <p:nvSpPr>
          <p:cNvPr id="67" name="Google Shape;67;p4"/>
          <p:cNvSpPr txBox="1"/>
          <p:nvPr>
            <p:ph type="title"/>
          </p:nvPr>
        </p:nvSpPr>
        <p:spPr>
          <a:xfrm>
            <a:off x="1005525" y="4168250"/>
            <a:ext cx="6355500" cy="1698600"/>
          </a:xfrm>
          <a:prstGeom prst="rect">
            <a:avLst/>
          </a:prstGeom>
        </p:spPr>
        <p:txBody>
          <a:bodyPr anchorCtr="0" anchor="t" bIns="0" lIns="0" spcFirstLastPara="1" rIns="0" wrap="square" tIns="0">
            <a:noAutofit/>
          </a:bodyPr>
          <a:lstStyle>
            <a:lvl1pPr lvl="0">
              <a:spcBef>
                <a:spcPts val="0"/>
              </a:spcBef>
              <a:spcAft>
                <a:spcPts val="0"/>
              </a:spcAft>
              <a:buSzPts val="11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4"/>
          <p:cNvSpPr txBox="1"/>
          <p:nvPr>
            <p:ph idx="1" type="body"/>
          </p:nvPr>
        </p:nvSpPr>
        <p:spPr>
          <a:xfrm>
            <a:off x="1005525" y="5866850"/>
            <a:ext cx="6966300" cy="2442900"/>
          </a:xfrm>
          <a:prstGeom prst="rect">
            <a:avLst/>
          </a:prstGeom>
        </p:spPr>
        <p:txBody>
          <a:bodyPr anchorCtr="0" anchor="t" bIns="0" lIns="0" spcFirstLastPara="1" rIns="0" wrap="square" tIns="0">
            <a:noAutofit/>
          </a:bodyPr>
          <a:lstStyle>
            <a:lvl1pPr indent="-361950" lvl="0" marL="457200">
              <a:spcBef>
                <a:spcPts val="640"/>
              </a:spcBef>
              <a:spcAft>
                <a:spcPts val="0"/>
              </a:spcAft>
              <a:buClr>
                <a:schemeClr val="lt2"/>
              </a:buClr>
              <a:buSzPts val="2100"/>
              <a:buChar char="•"/>
              <a:defRPr b="0" sz="2100">
                <a:solidFill>
                  <a:schemeClr val="lt2"/>
                </a:solidFill>
              </a:defRPr>
            </a:lvl1pPr>
            <a:lvl2pPr indent="-361950" lvl="1" marL="914400">
              <a:spcBef>
                <a:spcPts val="560"/>
              </a:spcBef>
              <a:spcAft>
                <a:spcPts val="0"/>
              </a:spcAft>
              <a:buClr>
                <a:schemeClr val="lt2"/>
              </a:buClr>
              <a:buSzPts val="2100"/>
              <a:buChar char="–"/>
              <a:defRPr>
                <a:solidFill>
                  <a:schemeClr val="lt2"/>
                </a:solidFill>
              </a:defRPr>
            </a:lvl2pPr>
            <a:lvl3pPr indent="-361950" lvl="2" marL="1371600">
              <a:spcBef>
                <a:spcPts val="480"/>
              </a:spcBef>
              <a:spcAft>
                <a:spcPts val="0"/>
              </a:spcAft>
              <a:buClr>
                <a:schemeClr val="lt2"/>
              </a:buClr>
              <a:buSzPts val="2100"/>
              <a:buChar char="•"/>
              <a:defRPr>
                <a:solidFill>
                  <a:schemeClr val="lt2"/>
                </a:solidFill>
              </a:defRPr>
            </a:lvl3pPr>
            <a:lvl4pPr indent="-361950" lvl="3" marL="1828800">
              <a:spcBef>
                <a:spcPts val="400"/>
              </a:spcBef>
              <a:spcAft>
                <a:spcPts val="0"/>
              </a:spcAft>
              <a:buClr>
                <a:schemeClr val="lt2"/>
              </a:buClr>
              <a:buSzPts val="2100"/>
              <a:buChar char="–"/>
              <a:defRPr>
                <a:solidFill>
                  <a:schemeClr val="lt2"/>
                </a:solidFill>
              </a:defRPr>
            </a:lvl4pPr>
            <a:lvl5pPr indent="-361950" lvl="4" marL="2286000">
              <a:spcBef>
                <a:spcPts val="400"/>
              </a:spcBef>
              <a:spcAft>
                <a:spcPts val="0"/>
              </a:spcAft>
              <a:buClr>
                <a:schemeClr val="lt2"/>
              </a:buClr>
              <a:buSzPts val="2100"/>
              <a:buChar char="»"/>
              <a:defRPr>
                <a:solidFill>
                  <a:schemeClr val="lt2"/>
                </a:solidFill>
              </a:defRPr>
            </a:lvl5pPr>
            <a:lvl6pPr indent="-361950" lvl="5" marL="2743200">
              <a:spcBef>
                <a:spcPts val="400"/>
              </a:spcBef>
              <a:spcAft>
                <a:spcPts val="0"/>
              </a:spcAft>
              <a:buClr>
                <a:schemeClr val="lt2"/>
              </a:buClr>
              <a:buSzPts val="2100"/>
              <a:buChar char="•"/>
              <a:defRPr>
                <a:solidFill>
                  <a:schemeClr val="lt2"/>
                </a:solidFill>
              </a:defRPr>
            </a:lvl6pPr>
            <a:lvl7pPr indent="-361950" lvl="6" marL="3200400">
              <a:spcBef>
                <a:spcPts val="400"/>
              </a:spcBef>
              <a:spcAft>
                <a:spcPts val="0"/>
              </a:spcAft>
              <a:buClr>
                <a:schemeClr val="lt2"/>
              </a:buClr>
              <a:buSzPts val="2100"/>
              <a:buChar char="•"/>
              <a:defRPr>
                <a:solidFill>
                  <a:schemeClr val="lt2"/>
                </a:solidFill>
              </a:defRPr>
            </a:lvl7pPr>
            <a:lvl8pPr indent="-361950" lvl="7" marL="3657600">
              <a:spcBef>
                <a:spcPts val="400"/>
              </a:spcBef>
              <a:spcAft>
                <a:spcPts val="0"/>
              </a:spcAft>
              <a:buClr>
                <a:schemeClr val="lt2"/>
              </a:buClr>
              <a:buSzPts val="2100"/>
              <a:buChar char="•"/>
              <a:defRPr>
                <a:solidFill>
                  <a:schemeClr val="lt2"/>
                </a:solidFill>
              </a:defRPr>
            </a:lvl8pPr>
            <a:lvl9pPr indent="-361950" lvl="8" marL="4114800">
              <a:spcBef>
                <a:spcPts val="400"/>
              </a:spcBef>
              <a:spcAft>
                <a:spcPts val="0"/>
              </a:spcAft>
              <a:buClr>
                <a:schemeClr val="lt2"/>
              </a:buClr>
              <a:buSzPts val="2100"/>
              <a:buChar char="•"/>
              <a:defRPr>
                <a:solidFill>
                  <a:schemeClr val="lt2"/>
                </a:solidFill>
              </a:defRPr>
            </a:lvl9pPr>
          </a:lstStyle>
          <a:p/>
        </p:txBody>
      </p:sp>
      <p:sp>
        <p:nvSpPr>
          <p:cNvPr id="69" name="Google Shape;69;p4"/>
          <p:cNvSpPr txBox="1"/>
          <p:nvPr>
            <p:ph idx="2" type="title"/>
          </p:nvPr>
        </p:nvSpPr>
        <p:spPr>
          <a:xfrm>
            <a:off x="10999275" y="2240600"/>
            <a:ext cx="6260100" cy="1374300"/>
          </a:xfrm>
          <a:prstGeom prst="rect">
            <a:avLst/>
          </a:prstGeom>
        </p:spPr>
        <p:txBody>
          <a:bodyPr anchorCtr="0" anchor="t" bIns="0" lIns="0" spcFirstLastPara="1" rIns="0" wrap="square" tIns="0">
            <a:noAutofit/>
          </a:bodyPr>
          <a:lstStyle>
            <a:lvl1pPr lvl="0" algn="r">
              <a:spcBef>
                <a:spcPts val="0"/>
              </a:spcBef>
              <a:spcAft>
                <a:spcPts val="0"/>
              </a:spcAft>
              <a:buSzPts val="11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
          <p:cNvSpPr txBox="1"/>
          <p:nvPr>
            <p:ph idx="3" type="body"/>
          </p:nvPr>
        </p:nvSpPr>
        <p:spPr>
          <a:xfrm>
            <a:off x="10674825" y="3901025"/>
            <a:ext cx="6527100" cy="2442900"/>
          </a:xfrm>
          <a:prstGeom prst="rect">
            <a:avLst/>
          </a:prstGeom>
        </p:spPr>
        <p:txBody>
          <a:bodyPr anchorCtr="0" anchor="t" bIns="0" lIns="0" spcFirstLastPara="1" rIns="0" wrap="square" tIns="0">
            <a:noAutofit/>
          </a:bodyPr>
          <a:lstStyle>
            <a:lvl1pPr indent="-361950" lvl="0" marL="457200" algn="r">
              <a:spcBef>
                <a:spcPts val="640"/>
              </a:spcBef>
              <a:spcAft>
                <a:spcPts val="0"/>
              </a:spcAft>
              <a:buClr>
                <a:schemeClr val="lt2"/>
              </a:buClr>
              <a:buSzPts val="2100"/>
              <a:buChar char="•"/>
              <a:defRPr b="0" sz="2100">
                <a:solidFill>
                  <a:schemeClr val="lt2"/>
                </a:solidFill>
              </a:defRPr>
            </a:lvl1pPr>
            <a:lvl2pPr indent="-361950" lvl="1" marL="914400" algn="r">
              <a:spcBef>
                <a:spcPts val="560"/>
              </a:spcBef>
              <a:spcAft>
                <a:spcPts val="0"/>
              </a:spcAft>
              <a:buClr>
                <a:schemeClr val="lt2"/>
              </a:buClr>
              <a:buSzPts val="2100"/>
              <a:buChar char="–"/>
              <a:defRPr>
                <a:solidFill>
                  <a:schemeClr val="lt2"/>
                </a:solidFill>
              </a:defRPr>
            </a:lvl2pPr>
            <a:lvl3pPr indent="-361950" lvl="2" marL="1371600" algn="r">
              <a:spcBef>
                <a:spcPts val="480"/>
              </a:spcBef>
              <a:spcAft>
                <a:spcPts val="0"/>
              </a:spcAft>
              <a:buClr>
                <a:schemeClr val="lt2"/>
              </a:buClr>
              <a:buSzPts val="2100"/>
              <a:buChar char="•"/>
              <a:defRPr>
                <a:solidFill>
                  <a:schemeClr val="lt2"/>
                </a:solidFill>
              </a:defRPr>
            </a:lvl3pPr>
            <a:lvl4pPr indent="-361950" lvl="3" marL="1828800" algn="r">
              <a:spcBef>
                <a:spcPts val="400"/>
              </a:spcBef>
              <a:spcAft>
                <a:spcPts val="0"/>
              </a:spcAft>
              <a:buClr>
                <a:schemeClr val="lt2"/>
              </a:buClr>
              <a:buSzPts val="2100"/>
              <a:buChar char="–"/>
              <a:defRPr>
                <a:solidFill>
                  <a:schemeClr val="lt2"/>
                </a:solidFill>
              </a:defRPr>
            </a:lvl4pPr>
            <a:lvl5pPr indent="-361950" lvl="4" marL="2286000" algn="r">
              <a:spcBef>
                <a:spcPts val="400"/>
              </a:spcBef>
              <a:spcAft>
                <a:spcPts val="0"/>
              </a:spcAft>
              <a:buClr>
                <a:schemeClr val="lt2"/>
              </a:buClr>
              <a:buSzPts val="2100"/>
              <a:buChar char="»"/>
              <a:defRPr>
                <a:solidFill>
                  <a:schemeClr val="lt2"/>
                </a:solidFill>
              </a:defRPr>
            </a:lvl5pPr>
            <a:lvl6pPr indent="-361950" lvl="5" marL="2743200" algn="r">
              <a:spcBef>
                <a:spcPts val="400"/>
              </a:spcBef>
              <a:spcAft>
                <a:spcPts val="0"/>
              </a:spcAft>
              <a:buClr>
                <a:schemeClr val="lt2"/>
              </a:buClr>
              <a:buSzPts val="2100"/>
              <a:buChar char="•"/>
              <a:defRPr>
                <a:solidFill>
                  <a:schemeClr val="lt2"/>
                </a:solidFill>
              </a:defRPr>
            </a:lvl6pPr>
            <a:lvl7pPr indent="-361950" lvl="6" marL="3200400" algn="r">
              <a:spcBef>
                <a:spcPts val="400"/>
              </a:spcBef>
              <a:spcAft>
                <a:spcPts val="0"/>
              </a:spcAft>
              <a:buClr>
                <a:schemeClr val="lt2"/>
              </a:buClr>
              <a:buSzPts val="2100"/>
              <a:buChar char="•"/>
              <a:defRPr>
                <a:solidFill>
                  <a:schemeClr val="lt2"/>
                </a:solidFill>
              </a:defRPr>
            </a:lvl7pPr>
            <a:lvl8pPr indent="-361950" lvl="7" marL="3657600" algn="r">
              <a:spcBef>
                <a:spcPts val="400"/>
              </a:spcBef>
              <a:spcAft>
                <a:spcPts val="0"/>
              </a:spcAft>
              <a:buClr>
                <a:schemeClr val="lt2"/>
              </a:buClr>
              <a:buSzPts val="2100"/>
              <a:buChar char="•"/>
              <a:defRPr>
                <a:solidFill>
                  <a:schemeClr val="lt2"/>
                </a:solidFill>
              </a:defRPr>
            </a:lvl8pPr>
            <a:lvl9pPr indent="-361950" lvl="8" marL="4114800" algn="r">
              <a:spcBef>
                <a:spcPts val="400"/>
              </a:spcBef>
              <a:spcAft>
                <a:spcPts val="0"/>
              </a:spcAft>
              <a:buClr>
                <a:schemeClr val="lt2"/>
              </a:buClr>
              <a:buSzPts val="2100"/>
              <a:buChar char="•"/>
              <a:defRPr>
                <a:solidFill>
                  <a:schemeClr val="lt2"/>
                </a:solidFill>
              </a:defRPr>
            </a:lvl9pPr>
          </a:lstStyle>
          <a:p/>
        </p:txBody>
      </p:sp>
      <p:sp>
        <p:nvSpPr>
          <p:cNvPr id="71" name="Google Shape;71;p4"/>
          <p:cNvSpPr txBox="1"/>
          <p:nvPr>
            <p:ph idx="4" type="body"/>
          </p:nvPr>
        </p:nvSpPr>
        <p:spPr>
          <a:xfrm>
            <a:off x="670013" y="766213"/>
            <a:ext cx="5496600" cy="413100"/>
          </a:xfrm>
          <a:prstGeom prst="rect">
            <a:avLst/>
          </a:prstGeom>
        </p:spPr>
        <p:txBody>
          <a:bodyPr anchorCtr="0" anchor="t" bIns="0" lIns="0" spcFirstLastPara="1" rIns="0" wrap="square" tIns="0">
            <a:noAutofit/>
          </a:bodyPr>
          <a:lstStyle>
            <a:lvl1pPr indent="-361950" lvl="0" marL="457200" rtl="0">
              <a:spcBef>
                <a:spcPts val="640"/>
              </a:spcBef>
              <a:spcAft>
                <a:spcPts val="0"/>
              </a:spcAft>
              <a:buClr>
                <a:schemeClr val="lt2"/>
              </a:buClr>
              <a:buSzPts val="2100"/>
              <a:buChar char="•"/>
              <a:defRPr b="0" sz="2100">
                <a:solidFill>
                  <a:schemeClr val="lt2"/>
                </a:solidFill>
              </a:defRPr>
            </a:lvl1pPr>
            <a:lvl2pPr indent="-361950" lvl="1" marL="914400" rtl="0">
              <a:spcBef>
                <a:spcPts val="560"/>
              </a:spcBef>
              <a:spcAft>
                <a:spcPts val="0"/>
              </a:spcAft>
              <a:buClr>
                <a:schemeClr val="lt2"/>
              </a:buClr>
              <a:buSzPts val="2100"/>
              <a:buChar char="–"/>
              <a:defRPr>
                <a:solidFill>
                  <a:schemeClr val="lt2"/>
                </a:solidFill>
              </a:defRPr>
            </a:lvl2pPr>
            <a:lvl3pPr indent="-361950" lvl="2" marL="1371600" rtl="0">
              <a:spcBef>
                <a:spcPts val="480"/>
              </a:spcBef>
              <a:spcAft>
                <a:spcPts val="0"/>
              </a:spcAft>
              <a:buClr>
                <a:schemeClr val="lt2"/>
              </a:buClr>
              <a:buSzPts val="2100"/>
              <a:buChar char="•"/>
              <a:defRPr>
                <a:solidFill>
                  <a:schemeClr val="lt2"/>
                </a:solidFill>
              </a:defRPr>
            </a:lvl3pPr>
            <a:lvl4pPr indent="-361950" lvl="3" marL="1828800" rtl="0">
              <a:spcBef>
                <a:spcPts val="400"/>
              </a:spcBef>
              <a:spcAft>
                <a:spcPts val="0"/>
              </a:spcAft>
              <a:buClr>
                <a:schemeClr val="lt2"/>
              </a:buClr>
              <a:buSzPts val="2100"/>
              <a:buChar char="–"/>
              <a:defRPr>
                <a:solidFill>
                  <a:schemeClr val="lt2"/>
                </a:solidFill>
              </a:defRPr>
            </a:lvl4pPr>
            <a:lvl5pPr indent="-361950" lvl="4" marL="2286000" rtl="0">
              <a:spcBef>
                <a:spcPts val="400"/>
              </a:spcBef>
              <a:spcAft>
                <a:spcPts val="0"/>
              </a:spcAft>
              <a:buClr>
                <a:schemeClr val="lt2"/>
              </a:buClr>
              <a:buSzPts val="2100"/>
              <a:buChar char="»"/>
              <a:defRPr>
                <a:solidFill>
                  <a:schemeClr val="lt2"/>
                </a:solidFill>
              </a:defRPr>
            </a:lvl5pPr>
            <a:lvl6pPr indent="-361950" lvl="5" marL="2743200" rtl="0">
              <a:spcBef>
                <a:spcPts val="400"/>
              </a:spcBef>
              <a:spcAft>
                <a:spcPts val="0"/>
              </a:spcAft>
              <a:buClr>
                <a:schemeClr val="lt2"/>
              </a:buClr>
              <a:buSzPts val="2100"/>
              <a:buChar char="•"/>
              <a:defRPr>
                <a:solidFill>
                  <a:schemeClr val="lt2"/>
                </a:solidFill>
              </a:defRPr>
            </a:lvl6pPr>
            <a:lvl7pPr indent="-361950" lvl="6" marL="3200400" rtl="0">
              <a:spcBef>
                <a:spcPts val="400"/>
              </a:spcBef>
              <a:spcAft>
                <a:spcPts val="0"/>
              </a:spcAft>
              <a:buClr>
                <a:schemeClr val="lt2"/>
              </a:buClr>
              <a:buSzPts val="2100"/>
              <a:buChar char="•"/>
              <a:defRPr>
                <a:solidFill>
                  <a:schemeClr val="lt2"/>
                </a:solidFill>
              </a:defRPr>
            </a:lvl7pPr>
            <a:lvl8pPr indent="-361950" lvl="7" marL="3657600" rtl="0">
              <a:spcBef>
                <a:spcPts val="400"/>
              </a:spcBef>
              <a:spcAft>
                <a:spcPts val="0"/>
              </a:spcAft>
              <a:buClr>
                <a:schemeClr val="lt2"/>
              </a:buClr>
              <a:buSzPts val="2100"/>
              <a:buChar char="•"/>
              <a:defRPr>
                <a:solidFill>
                  <a:schemeClr val="lt2"/>
                </a:solidFill>
              </a:defRPr>
            </a:lvl8pPr>
            <a:lvl9pPr indent="-361950" lvl="8" marL="4114800" rtl="0">
              <a:spcBef>
                <a:spcPts val="400"/>
              </a:spcBef>
              <a:spcAft>
                <a:spcPts val="0"/>
              </a:spcAft>
              <a:buClr>
                <a:schemeClr val="lt2"/>
              </a:buClr>
              <a:buSzPts val="2100"/>
              <a:buChar char="•"/>
              <a:defRPr>
                <a:solidFill>
                  <a:schemeClr val="lt2"/>
                </a:solidFill>
              </a:defRPr>
            </a:lvl9pPr>
          </a:lstStyle>
          <a:p/>
        </p:txBody>
      </p:sp>
      <p:sp>
        <p:nvSpPr>
          <p:cNvPr id="72" name="Google Shape;72;p4"/>
          <p:cNvSpPr txBox="1"/>
          <p:nvPr>
            <p:ph idx="5" type="body"/>
          </p:nvPr>
        </p:nvSpPr>
        <p:spPr>
          <a:xfrm>
            <a:off x="12617438" y="817225"/>
            <a:ext cx="5019600" cy="362100"/>
          </a:xfrm>
          <a:prstGeom prst="rect">
            <a:avLst/>
          </a:prstGeom>
        </p:spPr>
        <p:txBody>
          <a:bodyPr anchorCtr="0" anchor="t" bIns="0" lIns="0" spcFirstLastPara="1" rIns="0" wrap="square" tIns="0">
            <a:noAutofit/>
          </a:bodyPr>
          <a:lstStyle>
            <a:lvl1pPr indent="-361950" lvl="0" marL="457200" rtl="0" algn="r">
              <a:spcBef>
                <a:spcPts val="640"/>
              </a:spcBef>
              <a:spcAft>
                <a:spcPts val="0"/>
              </a:spcAft>
              <a:buClr>
                <a:schemeClr val="lt2"/>
              </a:buClr>
              <a:buSzPts val="2100"/>
              <a:buChar char="•"/>
              <a:defRPr b="0" sz="2100">
                <a:solidFill>
                  <a:schemeClr val="lt2"/>
                </a:solidFill>
              </a:defRPr>
            </a:lvl1pPr>
            <a:lvl2pPr indent="-361950" lvl="1" marL="914400" rtl="0" algn="r">
              <a:spcBef>
                <a:spcPts val="560"/>
              </a:spcBef>
              <a:spcAft>
                <a:spcPts val="0"/>
              </a:spcAft>
              <a:buClr>
                <a:schemeClr val="lt2"/>
              </a:buClr>
              <a:buSzPts val="2100"/>
              <a:buChar char="–"/>
              <a:defRPr>
                <a:solidFill>
                  <a:schemeClr val="lt2"/>
                </a:solidFill>
              </a:defRPr>
            </a:lvl2pPr>
            <a:lvl3pPr indent="-361950" lvl="2" marL="1371600" rtl="0" algn="r">
              <a:spcBef>
                <a:spcPts val="480"/>
              </a:spcBef>
              <a:spcAft>
                <a:spcPts val="0"/>
              </a:spcAft>
              <a:buClr>
                <a:schemeClr val="lt2"/>
              </a:buClr>
              <a:buSzPts val="2100"/>
              <a:buChar char="•"/>
              <a:defRPr>
                <a:solidFill>
                  <a:schemeClr val="lt2"/>
                </a:solidFill>
              </a:defRPr>
            </a:lvl3pPr>
            <a:lvl4pPr indent="-361950" lvl="3" marL="1828800" rtl="0" algn="r">
              <a:spcBef>
                <a:spcPts val="400"/>
              </a:spcBef>
              <a:spcAft>
                <a:spcPts val="0"/>
              </a:spcAft>
              <a:buClr>
                <a:schemeClr val="lt2"/>
              </a:buClr>
              <a:buSzPts val="2100"/>
              <a:buChar char="–"/>
              <a:defRPr>
                <a:solidFill>
                  <a:schemeClr val="lt2"/>
                </a:solidFill>
              </a:defRPr>
            </a:lvl4pPr>
            <a:lvl5pPr indent="-361950" lvl="4" marL="2286000" rtl="0" algn="r">
              <a:spcBef>
                <a:spcPts val="400"/>
              </a:spcBef>
              <a:spcAft>
                <a:spcPts val="0"/>
              </a:spcAft>
              <a:buClr>
                <a:schemeClr val="lt2"/>
              </a:buClr>
              <a:buSzPts val="2100"/>
              <a:buChar char="»"/>
              <a:defRPr>
                <a:solidFill>
                  <a:schemeClr val="lt2"/>
                </a:solidFill>
              </a:defRPr>
            </a:lvl5pPr>
            <a:lvl6pPr indent="-361950" lvl="5" marL="2743200" rtl="0" algn="r">
              <a:spcBef>
                <a:spcPts val="400"/>
              </a:spcBef>
              <a:spcAft>
                <a:spcPts val="0"/>
              </a:spcAft>
              <a:buClr>
                <a:schemeClr val="lt2"/>
              </a:buClr>
              <a:buSzPts val="2100"/>
              <a:buChar char="•"/>
              <a:defRPr>
                <a:solidFill>
                  <a:schemeClr val="lt2"/>
                </a:solidFill>
              </a:defRPr>
            </a:lvl6pPr>
            <a:lvl7pPr indent="-361950" lvl="6" marL="3200400" rtl="0" algn="r">
              <a:spcBef>
                <a:spcPts val="400"/>
              </a:spcBef>
              <a:spcAft>
                <a:spcPts val="0"/>
              </a:spcAft>
              <a:buClr>
                <a:schemeClr val="lt2"/>
              </a:buClr>
              <a:buSzPts val="2100"/>
              <a:buChar char="•"/>
              <a:defRPr>
                <a:solidFill>
                  <a:schemeClr val="lt2"/>
                </a:solidFill>
              </a:defRPr>
            </a:lvl7pPr>
            <a:lvl8pPr indent="-361950" lvl="7" marL="3657600" rtl="0" algn="r">
              <a:spcBef>
                <a:spcPts val="400"/>
              </a:spcBef>
              <a:spcAft>
                <a:spcPts val="0"/>
              </a:spcAft>
              <a:buClr>
                <a:schemeClr val="lt2"/>
              </a:buClr>
              <a:buSzPts val="2100"/>
              <a:buChar char="•"/>
              <a:defRPr>
                <a:solidFill>
                  <a:schemeClr val="lt2"/>
                </a:solidFill>
              </a:defRPr>
            </a:lvl8pPr>
            <a:lvl9pPr indent="-361950" lvl="8" marL="4114800" rtl="0" algn="r">
              <a:spcBef>
                <a:spcPts val="400"/>
              </a:spcBef>
              <a:spcAft>
                <a:spcPts val="0"/>
              </a:spcAft>
              <a:buClr>
                <a:schemeClr val="lt2"/>
              </a:buClr>
              <a:buSzPts val="2100"/>
              <a:buChar char="•"/>
              <a:defRPr>
                <a:solidFill>
                  <a:schemeClr val="lt2"/>
                </a:solidFill>
              </a:defRPr>
            </a:lvl9pPr>
          </a:lstStyle>
          <a:p/>
        </p:txBody>
      </p:sp>
      <p:sp>
        <p:nvSpPr>
          <p:cNvPr id="73" name="Google Shape;73;p4"/>
          <p:cNvSpPr txBox="1"/>
          <p:nvPr/>
        </p:nvSpPr>
        <p:spPr>
          <a:xfrm>
            <a:off x="8741225" y="9016050"/>
            <a:ext cx="763500" cy="3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chemeClr val="dk1"/>
                </a:solidFill>
                <a:latin typeface="Playfair Display"/>
                <a:ea typeface="Playfair Display"/>
                <a:cs typeface="Playfair Display"/>
                <a:sym typeface="Playfair Display"/>
              </a:rPr>
              <a:t>00</a:t>
            </a:r>
            <a:endParaRPr b="1" sz="2400">
              <a:solidFill>
                <a:schemeClr val="lt2"/>
              </a:solidFill>
              <a:latin typeface="Playfair Display"/>
              <a:ea typeface="Playfair Display"/>
              <a:cs typeface="Playfair Display"/>
              <a:sym typeface="Playfair Display"/>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USTOM_3">
    <p:spTree>
      <p:nvGrpSpPr>
        <p:cNvPr id="74" name="Shape 74"/>
        <p:cNvGrpSpPr/>
        <p:nvPr/>
      </p:nvGrpSpPr>
      <p:grpSpPr>
        <a:xfrm>
          <a:off x="0" y="0"/>
          <a:ext cx="0" cy="0"/>
          <a:chOff x="0" y="0"/>
          <a:chExt cx="0" cy="0"/>
        </a:xfrm>
      </p:grpSpPr>
      <p:sp>
        <p:nvSpPr>
          <p:cNvPr id="75" name="Google Shape;75;p5"/>
          <p:cNvSpPr/>
          <p:nvPr>
            <p:ph idx="2" type="pic"/>
          </p:nvPr>
        </p:nvSpPr>
        <p:spPr>
          <a:xfrm>
            <a:off x="19075" y="1362700"/>
            <a:ext cx="18288000" cy="8910900"/>
          </a:xfrm>
          <a:prstGeom prst="rect">
            <a:avLst/>
          </a:prstGeom>
          <a:noFill/>
          <a:ln>
            <a:noFill/>
          </a:ln>
        </p:spPr>
      </p:sp>
      <p:grpSp>
        <p:nvGrpSpPr>
          <p:cNvPr id="76" name="Google Shape;76;p5"/>
          <p:cNvGrpSpPr/>
          <p:nvPr/>
        </p:nvGrpSpPr>
        <p:grpSpPr>
          <a:xfrm>
            <a:off x="0" y="500452"/>
            <a:ext cx="18288118" cy="866149"/>
            <a:chOff x="0" y="-47625"/>
            <a:chExt cx="4816592" cy="228120"/>
          </a:xfrm>
        </p:grpSpPr>
        <p:sp>
          <p:nvSpPr>
            <p:cNvPr id="77" name="Google Shape;77;p5"/>
            <p:cNvSpPr/>
            <p:nvPr/>
          </p:nvSpPr>
          <p:spPr>
            <a:xfrm>
              <a:off x="0" y="0"/>
              <a:ext cx="4816592" cy="180495"/>
            </a:xfrm>
            <a:custGeom>
              <a:rect b="b" l="l" r="r" t="t"/>
              <a:pathLst>
                <a:path extrusionOk="0" h="180495" w="4816592">
                  <a:moveTo>
                    <a:pt x="0" y="0"/>
                  </a:moveTo>
                  <a:lnTo>
                    <a:pt x="4816592" y="0"/>
                  </a:lnTo>
                  <a:lnTo>
                    <a:pt x="4816592" y="180495"/>
                  </a:lnTo>
                  <a:lnTo>
                    <a:pt x="0" y="180495"/>
                  </a:lnTo>
                  <a:close/>
                </a:path>
              </a:pathLst>
            </a:custGeom>
            <a:solidFill>
              <a:srgbClr val="BFCDAC"/>
            </a:solidFill>
            <a:ln>
              <a:noFill/>
            </a:ln>
          </p:spPr>
        </p:sp>
        <p:sp>
          <p:nvSpPr>
            <p:cNvPr id="78" name="Google Shape;78;p5"/>
            <p:cNvSpPr txBox="1"/>
            <p:nvPr/>
          </p:nvSpPr>
          <p:spPr>
            <a:xfrm>
              <a:off x="0" y="-47625"/>
              <a:ext cx="4816500" cy="22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79" name="Google Shape;79;p5"/>
          <p:cNvCxnSpPr/>
          <p:nvPr/>
        </p:nvCxnSpPr>
        <p:spPr>
          <a:xfrm>
            <a:off x="9144000" y="700329"/>
            <a:ext cx="0" cy="666300"/>
          </a:xfrm>
          <a:prstGeom prst="straightConnector1">
            <a:avLst/>
          </a:prstGeom>
          <a:noFill/>
          <a:ln cap="flat" cmpd="sng" w="19050">
            <a:solidFill>
              <a:srgbClr val="333333"/>
            </a:solidFill>
            <a:prstDash val="solid"/>
            <a:round/>
            <a:headEnd len="sm" w="sm" type="none"/>
            <a:tailEnd len="sm" w="sm" type="none"/>
          </a:ln>
        </p:spPr>
      </p:cxnSp>
      <p:cxnSp>
        <p:nvCxnSpPr>
          <p:cNvPr id="80" name="Google Shape;80;p5"/>
          <p:cNvCxnSpPr/>
          <p:nvPr/>
        </p:nvCxnSpPr>
        <p:spPr>
          <a:xfrm>
            <a:off x="0" y="690804"/>
            <a:ext cx="18288000" cy="0"/>
          </a:xfrm>
          <a:prstGeom prst="straightConnector1">
            <a:avLst/>
          </a:prstGeom>
          <a:noFill/>
          <a:ln cap="flat" cmpd="sng" w="19050">
            <a:solidFill>
              <a:srgbClr val="333333"/>
            </a:solidFill>
            <a:prstDash val="solid"/>
            <a:round/>
            <a:headEnd len="sm" w="sm" type="none"/>
            <a:tailEnd len="sm" w="sm" type="none"/>
          </a:ln>
        </p:spPr>
      </p:cxnSp>
      <p:cxnSp>
        <p:nvCxnSpPr>
          <p:cNvPr id="81" name="Google Shape;81;p5"/>
          <p:cNvCxnSpPr/>
          <p:nvPr/>
        </p:nvCxnSpPr>
        <p:spPr>
          <a:xfrm>
            <a:off x="0" y="685317"/>
            <a:ext cx="18288000" cy="0"/>
          </a:xfrm>
          <a:prstGeom prst="straightConnector1">
            <a:avLst/>
          </a:prstGeom>
          <a:noFill/>
          <a:ln cap="flat" cmpd="sng" w="19050">
            <a:solidFill>
              <a:srgbClr val="333333"/>
            </a:solidFill>
            <a:prstDash val="solid"/>
            <a:round/>
            <a:headEnd len="sm" w="sm" type="none"/>
            <a:tailEnd len="sm" w="sm" type="none"/>
          </a:ln>
        </p:spPr>
      </p:cxnSp>
      <p:cxnSp>
        <p:nvCxnSpPr>
          <p:cNvPr id="82" name="Google Shape;82;p5"/>
          <p:cNvCxnSpPr/>
          <p:nvPr/>
        </p:nvCxnSpPr>
        <p:spPr>
          <a:xfrm>
            <a:off x="0" y="1357071"/>
            <a:ext cx="18288000" cy="0"/>
          </a:xfrm>
          <a:prstGeom prst="straightConnector1">
            <a:avLst/>
          </a:prstGeom>
          <a:noFill/>
          <a:ln cap="flat" cmpd="sng" w="19050">
            <a:solidFill>
              <a:srgbClr val="333333"/>
            </a:solidFill>
            <a:prstDash val="solid"/>
            <a:round/>
            <a:headEnd len="sm" w="sm" type="none"/>
            <a:tailEnd len="sm" w="sm" type="none"/>
          </a:ln>
        </p:spPr>
      </p:cxnSp>
      <p:grpSp>
        <p:nvGrpSpPr>
          <p:cNvPr id="83" name="Google Shape;83;p5"/>
          <p:cNvGrpSpPr/>
          <p:nvPr/>
        </p:nvGrpSpPr>
        <p:grpSpPr>
          <a:xfrm>
            <a:off x="817615" y="3904748"/>
            <a:ext cx="8326602" cy="3708987"/>
            <a:chOff x="0" y="-38100"/>
            <a:chExt cx="2193000" cy="976846"/>
          </a:xfrm>
        </p:grpSpPr>
        <p:sp>
          <p:nvSpPr>
            <p:cNvPr id="84" name="Google Shape;84;p5"/>
            <p:cNvSpPr/>
            <p:nvPr/>
          </p:nvSpPr>
          <p:spPr>
            <a:xfrm>
              <a:off x="0" y="0"/>
              <a:ext cx="2192957" cy="938746"/>
            </a:xfrm>
            <a:custGeom>
              <a:rect b="b" l="l" r="r" t="t"/>
              <a:pathLst>
                <a:path extrusionOk="0" h="938746" w="2192957">
                  <a:moveTo>
                    <a:pt x="0" y="0"/>
                  </a:moveTo>
                  <a:lnTo>
                    <a:pt x="2192957" y="0"/>
                  </a:lnTo>
                  <a:lnTo>
                    <a:pt x="2192957" y="938746"/>
                  </a:lnTo>
                  <a:lnTo>
                    <a:pt x="0" y="938746"/>
                  </a:lnTo>
                  <a:close/>
                </a:path>
              </a:pathLst>
            </a:custGeom>
            <a:solidFill>
              <a:srgbClr val="000000">
                <a:alpha val="0"/>
              </a:srgbClr>
            </a:solidFill>
            <a:ln cap="sq" cmpd="sng" w="19050">
              <a:solidFill>
                <a:srgbClr val="F8F3E2"/>
              </a:solidFill>
              <a:prstDash val="solid"/>
              <a:miter lim="8000"/>
              <a:headEnd len="sm" w="sm" type="none"/>
              <a:tailEnd len="sm" w="sm" type="none"/>
            </a:ln>
          </p:spPr>
        </p:sp>
        <p:sp>
          <p:nvSpPr>
            <p:cNvPr id="85" name="Google Shape;85;p5"/>
            <p:cNvSpPr txBox="1"/>
            <p:nvPr/>
          </p:nvSpPr>
          <p:spPr>
            <a:xfrm>
              <a:off x="0" y="-38100"/>
              <a:ext cx="2193000" cy="9768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6" name="Google Shape;86;p5"/>
          <p:cNvSpPr txBox="1"/>
          <p:nvPr>
            <p:ph type="title"/>
          </p:nvPr>
        </p:nvSpPr>
        <p:spPr>
          <a:xfrm>
            <a:off x="1297800" y="4492700"/>
            <a:ext cx="7347900" cy="17178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11000"/>
              <a:buNone/>
              <a:defRPr>
                <a:solidFill>
                  <a:schemeClr val="accent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5"/>
          <p:cNvSpPr txBox="1"/>
          <p:nvPr>
            <p:ph idx="1" type="subTitle"/>
          </p:nvPr>
        </p:nvSpPr>
        <p:spPr>
          <a:xfrm>
            <a:off x="1431400" y="6382150"/>
            <a:ext cx="6450900" cy="866100"/>
          </a:xfrm>
          <a:prstGeom prst="rect">
            <a:avLst/>
          </a:prstGeom>
        </p:spPr>
        <p:txBody>
          <a:bodyPr anchorCtr="0" anchor="t" bIns="0" lIns="0" spcFirstLastPara="1" rIns="0" wrap="square" tIns="0">
            <a:noAutofit/>
          </a:bodyPr>
          <a:lstStyle>
            <a:lvl1pPr lvl="0">
              <a:spcBef>
                <a:spcPts val="640"/>
              </a:spcBef>
              <a:spcAft>
                <a:spcPts val="0"/>
              </a:spcAft>
              <a:buClr>
                <a:schemeClr val="accent5"/>
              </a:buClr>
              <a:buSzPts val="3200"/>
              <a:buNone/>
              <a:defRPr>
                <a:solidFill>
                  <a:schemeClr val="accent5"/>
                </a:solidFill>
              </a:defRPr>
            </a:lvl1pPr>
            <a:lvl2pPr lvl="1">
              <a:spcBef>
                <a:spcPts val="560"/>
              </a:spcBef>
              <a:spcAft>
                <a:spcPts val="0"/>
              </a:spcAft>
              <a:buSzPts val="2100"/>
              <a:buNone/>
              <a:defRPr/>
            </a:lvl2pPr>
            <a:lvl3pPr lvl="2">
              <a:spcBef>
                <a:spcPts val="480"/>
              </a:spcBef>
              <a:spcAft>
                <a:spcPts val="0"/>
              </a:spcAft>
              <a:buSzPts val="2100"/>
              <a:buNone/>
              <a:defRPr/>
            </a:lvl3pPr>
            <a:lvl4pPr lvl="3">
              <a:spcBef>
                <a:spcPts val="400"/>
              </a:spcBef>
              <a:spcAft>
                <a:spcPts val="0"/>
              </a:spcAft>
              <a:buSzPts val="2100"/>
              <a:buNone/>
              <a:defRPr/>
            </a:lvl4pPr>
            <a:lvl5pPr lvl="4">
              <a:spcBef>
                <a:spcPts val="400"/>
              </a:spcBef>
              <a:spcAft>
                <a:spcPts val="0"/>
              </a:spcAft>
              <a:buSzPts val="2100"/>
              <a:buNone/>
              <a:defRPr/>
            </a:lvl5pPr>
            <a:lvl6pPr lvl="5">
              <a:spcBef>
                <a:spcPts val="400"/>
              </a:spcBef>
              <a:spcAft>
                <a:spcPts val="0"/>
              </a:spcAft>
              <a:buSzPts val="2100"/>
              <a:buNone/>
              <a:defRPr/>
            </a:lvl6pPr>
            <a:lvl7pPr lvl="6">
              <a:spcBef>
                <a:spcPts val="400"/>
              </a:spcBef>
              <a:spcAft>
                <a:spcPts val="0"/>
              </a:spcAft>
              <a:buSzPts val="2100"/>
              <a:buNone/>
              <a:defRPr/>
            </a:lvl7pPr>
            <a:lvl8pPr lvl="7">
              <a:spcBef>
                <a:spcPts val="400"/>
              </a:spcBef>
              <a:spcAft>
                <a:spcPts val="0"/>
              </a:spcAft>
              <a:buSzPts val="2100"/>
              <a:buNone/>
              <a:defRPr/>
            </a:lvl8pPr>
            <a:lvl9pPr lvl="8">
              <a:spcBef>
                <a:spcPts val="400"/>
              </a:spcBef>
              <a:spcAft>
                <a:spcPts val="0"/>
              </a:spcAft>
              <a:buSzPts val="2100"/>
              <a:buNone/>
              <a:defRPr/>
            </a:lvl9pPr>
          </a:lstStyle>
          <a:p/>
        </p:txBody>
      </p:sp>
      <p:sp>
        <p:nvSpPr>
          <p:cNvPr id="88" name="Google Shape;88;p5"/>
          <p:cNvSpPr txBox="1"/>
          <p:nvPr>
            <p:ph idx="3" type="body"/>
          </p:nvPr>
        </p:nvSpPr>
        <p:spPr>
          <a:xfrm>
            <a:off x="670013" y="766213"/>
            <a:ext cx="5496600" cy="413100"/>
          </a:xfrm>
          <a:prstGeom prst="rect">
            <a:avLst/>
          </a:prstGeom>
        </p:spPr>
        <p:txBody>
          <a:bodyPr anchorCtr="0" anchor="t" bIns="0" lIns="0" spcFirstLastPara="1" rIns="0" wrap="square" tIns="0">
            <a:noAutofit/>
          </a:bodyPr>
          <a:lstStyle>
            <a:lvl1pPr indent="-361950" lvl="0" marL="457200" rtl="0">
              <a:spcBef>
                <a:spcPts val="640"/>
              </a:spcBef>
              <a:spcAft>
                <a:spcPts val="0"/>
              </a:spcAft>
              <a:buClr>
                <a:schemeClr val="lt2"/>
              </a:buClr>
              <a:buSzPts val="2100"/>
              <a:buChar char="•"/>
              <a:defRPr b="0" sz="2100">
                <a:solidFill>
                  <a:schemeClr val="lt2"/>
                </a:solidFill>
              </a:defRPr>
            </a:lvl1pPr>
            <a:lvl2pPr indent="-361950" lvl="1" marL="914400" rtl="0">
              <a:spcBef>
                <a:spcPts val="560"/>
              </a:spcBef>
              <a:spcAft>
                <a:spcPts val="0"/>
              </a:spcAft>
              <a:buClr>
                <a:schemeClr val="lt2"/>
              </a:buClr>
              <a:buSzPts val="2100"/>
              <a:buChar char="–"/>
              <a:defRPr>
                <a:solidFill>
                  <a:schemeClr val="lt2"/>
                </a:solidFill>
              </a:defRPr>
            </a:lvl2pPr>
            <a:lvl3pPr indent="-361950" lvl="2" marL="1371600" rtl="0">
              <a:spcBef>
                <a:spcPts val="480"/>
              </a:spcBef>
              <a:spcAft>
                <a:spcPts val="0"/>
              </a:spcAft>
              <a:buClr>
                <a:schemeClr val="lt2"/>
              </a:buClr>
              <a:buSzPts val="2100"/>
              <a:buChar char="•"/>
              <a:defRPr>
                <a:solidFill>
                  <a:schemeClr val="lt2"/>
                </a:solidFill>
              </a:defRPr>
            </a:lvl3pPr>
            <a:lvl4pPr indent="-361950" lvl="3" marL="1828800" rtl="0">
              <a:spcBef>
                <a:spcPts val="400"/>
              </a:spcBef>
              <a:spcAft>
                <a:spcPts val="0"/>
              </a:spcAft>
              <a:buClr>
                <a:schemeClr val="lt2"/>
              </a:buClr>
              <a:buSzPts val="2100"/>
              <a:buChar char="–"/>
              <a:defRPr>
                <a:solidFill>
                  <a:schemeClr val="lt2"/>
                </a:solidFill>
              </a:defRPr>
            </a:lvl4pPr>
            <a:lvl5pPr indent="-361950" lvl="4" marL="2286000" rtl="0">
              <a:spcBef>
                <a:spcPts val="400"/>
              </a:spcBef>
              <a:spcAft>
                <a:spcPts val="0"/>
              </a:spcAft>
              <a:buClr>
                <a:schemeClr val="lt2"/>
              </a:buClr>
              <a:buSzPts val="2100"/>
              <a:buChar char="»"/>
              <a:defRPr>
                <a:solidFill>
                  <a:schemeClr val="lt2"/>
                </a:solidFill>
              </a:defRPr>
            </a:lvl5pPr>
            <a:lvl6pPr indent="-361950" lvl="5" marL="2743200" rtl="0">
              <a:spcBef>
                <a:spcPts val="400"/>
              </a:spcBef>
              <a:spcAft>
                <a:spcPts val="0"/>
              </a:spcAft>
              <a:buClr>
                <a:schemeClr val="lt2"/>
              </a:buClr>
              <a:buSzPts val="2100"/>
              <a:buChar char="•"/>
              <a:defRPr>
                <a:solidFill>
                  <a:schemeClr val="lt2"/>
                </a:solidFill>
              </a:defRPr>
            </a:lvl6pPr>
            <a:lvl7pPr indent="-361950" lvl="6" marL="3200400" rtl="0">
              <a:spcBef>
                <a:spcPts val="400"/>
              </a:spcBef>
              <a:spcAft>
                <a:spcPts val="0"/>
              </a:spcAft>
              <a:buClr>
                <a:schemeClr val="lt2"/>
              </a:buClr>
              <a:buSzPts val="2100"/>
              <a:buChar char="•"/>
              <a:defRPr>
                <a:solidFill>
                  <a:schemeClr val="lt2"/>
                </a:solidFill>
              </a:defRPr>
            </a:lvl7pPr>
            <a:lvl8pPr indent="-361950" lvl="7" marL="3657600" rtl="0">
              <a:spcBef>
                <a:spcPts val="400"/>
              </a:spcBef>
              <a:spcAft>
                <a:spcPts val="0"/>
              </a:spcAft>
              <a:buClr>
                <a:schemeClr val="lt2"/>
              </a:buClr>
              <a:buSzPts val="2100"/>
              <a:buChar char="•"/>
              <a:defRPr>
                <a:solidFill>
                  <a:schemeClr val="lt2"/>
                </a:solidFill>
              </a:defRPr>
            </a:lvl8pPr>
            <a:lvl9pPr indent="-361950" lvl="8" marL="4114800" rtl="0">
              <a:spcBef>
                <a:spcPts val="400"/>
              </a:spcBef>
              <a:spcAft>
                <a:spcPts val="0"/>
              </a:spcAft>
              <a:buClr>
                <a:schemeClr val="lt2"/>
              </a:buClr>
              <a:buSzPts val="2100"/>
              <a:buChar char="•"/>
              <a:defRPr>
                <a:solidFill>
                  <a:schemeClr val="lt2"/>
                </a:solidFill>
              </a:defRPr>
            </a:lvl9pPr>
          </a:lstStyle>
          <a:p/>
        </p:txBody>
      </p:sp>
      <p:sp>
        <p:nvSpPr>
          <p:cNvPr id="89" name="Google Shape;89;p5"/>
          <p:cNvSpPr txBox="1"/>
          <p:nvPr>
            <p:ph idx="4" type="body"/>
          </p:nvPr>
        </p:nvSpPr>
        <p:spPr>
          <a:xfrm>
            <a:off x="12617438" y="817225"/>
            <a:ext cx="5019600" cy="362100"/>
          </a:xfrm>
          <a:prstGeom prst="rect">
            <a:avLst/>
          </a:prstGeom>
        </p:spPr>
        <p:txBody>
          <a:bodyPr anchorCtr="0" anchor="t" bIns="0" lIns="0" spcFirstLastPara="1" rIns="0" wrap="square" tIns="0">
            <a:noAutofit/>
          </a:bodyPr>
          <a:lstStyle>
            <a:lvl1pPr indent="-361950" lvl="0" marL="457200" rtl="0" algn="r">
              <a:spcBef>
                <a:spcPts val="640"/>
              </a:spcBef>
              <a:spcAft>
                <a:spcPts val="0"/>
              </a:spcAft>
              <a:buClr>
                <a:schemeClr val="lt2"/>
              </a:buClr>
              <a:buSzPts val="2100"/>
              <a:buChar char="•"/>
              <a:defRPr b="0" sz="2100">
                <a:solidFill>
                  <a:schemeClr val="lt2"/>
                </a:solidFill>
              </a:defRPr>
            </a:lvl1pPr>
            <a:lvl2pPr indent="-361950" lvl="1" marL="914400" rtl="0" algn="r">
              <a:spcBef>
                <a:spcPts val="560"/>
              </a:spcBef>
              <a:spcAft>
                <a:spcPts val="0"/>
              </a:spcAft>
              <a:buClr>
                <a:schemeClr val="lt2"/>
              </a:buClr>
              <a:buSzPts val="2100"/>
              <a:buChar char="–"/>
              <a:defRPr>
                <a:solidFill>
                  <a:schemeClr val="lt2"/>
                </a:solidFill>
              </a:defRPr>
            </a:lvl2pPr>
            <a:lvl3pPr indent="-361950" lvl="2" marL="1371600" rtl="0" algn="r">
              <a:spcBef>
                <a:spcPts val="480"/>
              </a:spcBef>
              <a:spcAft>
                <a:spcPts val="0"/>
              </a:spcAft>
              <a:buClr>
                <a:schemeClr val="lt2"/>
              </a:buClr>
              <a:buSzPts val="2100"/>
              <a:buChar char="•"/>
              <a:defRPr>
                <a:solidFill>
                  <a:schemeClr val="lt2"/>
                </a:solidFill>
              </a:defRPr>
            </a:lvl3pPr>
            <a:lvl4pPr indent="-361950" lvl="3" marL="1828800" rtl="0" algn="r">
              <a:spcBef>
                <a:spcPts val="400"/>
              </a:spcBef>
              <a:spcAft>
                <a:spcPts val="0"/>
              </a:spcAft>
              <a:buClr>
                <a:schemeClr val="lt2"/>
              </a:buClr>
              <a:buSzPts val="2100"/>
              <a:buChar char="–"/>
              <a:defRPr>
                <a:solidFill>
                  <a:schemeClr val="lt2"/>
                </a:solidFill>
              </a:defRPr>
            </a:lvl4pPr>
            <a:lvl5pPr indent="-361950" lvl="4" marL="2286000" rtl="0" algn="r">
              <a:spcBef>
                <a:spcPts val="400"/>
              </a:spcBef>
              <a:spcAft>
                <a:spcPts val="0"/>
              </a:spcAft>
              <a:buClr>
                <a:schemeClr val="lt2"/>
              </a:buClr>
              <a:buSzPts val="2100"/>
              <a:buChar char="»"/>
              <a:defRPr>
                <a:solidFill>
                  <a:schemeClr val="lt2"/>
                </a:solidFill>
              </a:defRPr>
            </a:lvl5pPr>
            <a:lvl6pPr indent="-361950" lvl="5" marL="2743200" rtl="0" algn="r">
              <a:spcBef>
                <a:spcPts val="400"/>
              </a:spcBef>
              <a:spcAft>
                <a:spcPts val="0"/>
              </a:spcAft>
              <a:buClr>
                <a:schemeClr val="lt2"/>
              </a:buClr>
              <a:buSzPts val="2100"/>
              <a:buChar char="•"/>
              <a:defRPr>
                <a:solidFill>
                  <a:schemeClr val="lt2"/>
                </a:solidFill>
              </a:defRPr>
            </a:lvl6pPr>
            <a:lvl7pPr indent="-361950" lvl="6" marL="3200400" rtl="0" algn="r">
              <a:spcBef>
                <a:spcPts val="400"/>
              </a:spcBef>
              <a:spcAft>
                <a:spcPts val="0"/>
              </a:spcAft>
              <a:buClr>
                <a:schemeClr val="lt2"/>
              </a:buClr>
              <a:buSzPts val="2100"/>
              <a:buChar char="•"/>
              <a:defRPr>
                <a:solidFill>
                  <a:schemeClr val="lt2"/>
                </a:solidFill>
              </a:defRPr>
            </a:lvl7pPr>
            <a:lvl8pPr indent="-361950" lvl="7" marL="3657600" rtl="0" algn="r">
              <a:spcBef>
                <a:spcPts val="400"/>
              </a:spcBef>
              <a:spcAft>
                <a:spcPts val="0"/>
              </a:spcAft>
              <a:buClr>
                <a:schemeClr val="lt2"/>
              </a:buClr>
              <a:buSzPts val="2100"/>
              <a:buChar char="•"/>
              <a:defRPr>
                <a:solidFill>
                  <a:schemeClr val="lt2"/>
                </a:solidFill>
              </a:defRPr>
            </a:lvl8pPr>
            <a:lvl9pPr indent="-361950" lvl="8" marL="4114800" rtl="0" algn="r">
              <a:spcBef>
                <a:spcPts val="400"/>
              </a:spcBef>
              <a:spcAft>
                <a:spcPts val="0"/>
              </a:spcAft>
              <a:buClr>
                <a:schemeClr val="lt2"/>
              </a:buClr>
              <a:buSzPts val="2100"/>
              <a:buChar char="•"/>
              <a:defRPr>
                <a:solidFill>
                  <a:schemeClr val="lt2"/>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llery">
  <p:cSld name="CUSTOM_2">
    <p:spTree>
      <p:nvGrpSpPr>
        <p:cNvPr id="90" name="Shape 90"/>
        <p:cNvGrpSpPr/>
        <p:nvPr/>
      </p:nvGrpSpPr>
      <p:grpSpPr>
        <a:xfrm>
          <a:off x="0" y="0"/>
          <a:ext cx="0" cy="0"/>
          <a:chOff x="0" y="0"/>
          <a:chExt cx="0" cy="0"/>
        </a:xfrm>
      </p:grpSpPr>
      <p:sp>
        <p:nvSpPr>
          <p:cNvPr id="91" name="Google Shape;91;p6"/>
          <p:cNvSpPr/>
          <p:nvPr>
            <p:ph idx="2" type="pic"/>
          </p:nvPr>
        </p:nvSpPr>
        <p:spPr>
          <a:xfrm>
            <a:off x="190850" y="1541725"/>
            <a:ext cx="8874900" cy="5264100"/>
          </a:xfrm>
          <a:prstGeom prst="rect">
            <a:avLst/>
          </a:prstGeom>
          <a:noFill/>
          <a:ln>
            <a:noFill/>
          </a:ln>
        </p:spPr>
      </p:sp>
      <p:sp>
        <p:nvSpPr>
          <p:cNvPr id="92" name="Google Shape;92;p6"/>
          <p:cNvSpPr/>
          <p:nvPr>
            <p:ph idx="3" type="pic"/>
          </p:nvPr>
        </p:nvSpPr>
        <p:spPr>
          <a:xfrm>
            <a:off x="9220250" y="1553550"/>
            <a:ext cx="2886600" cy="2693400"/>
          </a:xfrm>
          <a:prstGeom prst="rect">
            <a:avLst/>
          </a:prstGeom>
          <a:noFill/>
          <a:ln>
            <a:noFill/>
          </a:ln>
        </p:spPr>
      </p:sp>
      <p:sp>
        <p:nvSpPr>
          <p:cNvPr id="93" name="Google Shape;93;p6"/>
          <p:cNvSpPr/>
          <p:nvPr>
            <p:ph idx="4" type="pic"/>
          </p:nvPr>
        </p:nvSpPr>
        <p:spPr>
          <a:xfrm>
            <a:off x="9237300" y="4454525"/>
            <a:ext cx="8874900" cy="2395200"/>
          </a:xfrm>
          <a:prstGeom prst="rect">
            <a:avLst/>
          </a:prstGeom>
          <a:noFill/>
          <a:ln>
            <a:noFill/>
          </a:ln>
        </p:spPr>
      </p:sp>
      <p:sp>
        <p:nvSpPr>
          <p:cNvPr id="94" name="Google Shape;94;p6"/>
          <p:cNvSpPr/>
          <p:nvPr>
            <p:ph idx="5" type="pic"/>
          </p:nvPr>
        </p:nvSpPr>
        <p:spPr>
          <a:xfrm>
            <a:off x="15225375" y="1553550"/>
            <a:ext cx="2886600" cy="2693400"/>
          </a:xfrm>
          <a:prstGeom prst="rect">
            <a:avLst/>
          </a:prstGeom>
          <a:noFill/>
          <a:ln>
            <a:noFill/>
          </a:ln>
        </p:spPr>
      </p:sp>
      <p:sp>
        <p:nvSpPr>
          <p:cNvPr id="95" name="Google Shape;95;p6"/>
          <p:cNvSpPr/>
          <p:nvPr>
            <p:ph idx="6" type="pic"/>
          </p:nvPr>
        </p:nvSpPr>
        <p:spPr>
          <a:xfrm>
            <a:off x="12222813" y="1557113"/>
            <a:ext cx="2886600" cy="2693400"/>
          </a:xfrm>
          <a:prstGeom prst="rect">
            <a:avLst/>
          </a:prstGeom>
          <a:noFill/>
          <a:ln>
            <a:noFill/>
          </a:ln>
        </p:spPr>
      </p:sp>
      <p:grpSp>
        <p:nvGrpSpPr>
          <p:cNvPr id="96" name="Google Shape;96;p6"/>
          <p:cNvGrpSpPr/>
          <p:nvPr/>
        </p:nvGrpSpPr>
        <p:grpSpPr>
          <a:xfrm>
            <a:off x="0" y="8851549"/>
            <a:ext cx="18288118" cy="668843"/>
            <a:chOff x="0" y="-38100"/>
            <a:chExt cx="4816592" cy="176155"/>
          </a:xfrm>
        </p:grpSpPr>
        <p:sp>
          <p:nvSpPr>
            <p:cNvPr id="97" name="Google Shape;97;p6"/>
            <p:cNvSpPr/>
            <p:nvPr/>
          </p:nvSpPr>
          <p:spPr>
            <a:xfrm>
              <a:off x="0" y="0"/>
              <a:ext cx="4816592" cy="138055"/>
            </a:xfrm>
            <a:custGeom>
              <a:rect b="b" l="l" r="r" t="t"/>
              <a:pathLst>
                <a:path extrusionOk="0" h="138055" w="4816592">
                  <a:moveTo>
                    <a:pt x="0" y="0"/>
                  </a:moveTo>
                  <a:lnTo>
                    <a:pt x="4816592" y="0"/>
                  </a:lnTo>
                  <a:lnTo>
                    <a:pt x="4816592" y="138055"/>
                  </a:lnTo>
                  <a:lnTo>
                    <a:pt x="0" y="138055"/>
                  </a:lnTo>
                  <a:close/>
                </a:path>
              </a:pathLst>
            </a:custGeom>
            <a:solidFill>
              <a:srgbClr val="333333"/>
            </a:solidFill>
            <a:ln>
              <a:noFill/>
            </a:ln>
          </p:spPr>
        </p:sp>
        <p:sp>
          <p:nvSpPr>
            <p:cNvPr id="98" name="Google Shape;98;p6"/>
            <p:cNvSpPr txBox="1"/>
            <p:nvPr/>
          </p:nvSpPr>
          <p:spPr>
            <a:xfrm>
              <a:off x="0" y="-38100"/>
              <a:ext cx="4816500" cy="1761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9" name="Google Shape;99;p6"/>
          <p:cNvGrpSpPr/>
          <p:nvPr/>
        </p:nvGrpSpPr>
        <p:grpSpPr>
          <a:xfrm>
            <a:off x="8477618" y="8874014"/>
            <a:ext cx="1351552" cy="768424"/>
            <a:chOff x="0" y="0"/>
            <a:chExt cx="11928966" cy="6782210"/>
          </a:xfrm>
        </p:grpSpPr>
        <p:sp>
          <p:nvSpPr>
            <p:cNvPr id="100" name="Google Shape;100;p6"/>
            <p:cNvSpPr/>
            <p:nvPr/>
          </p:nvSpPr>
          <p:spPr>
            <a:xfrm>
              <a:off x="6350" y="6350"/>
              <a:ext cx="11916266" cy="6769510"/>
            </a:xfrm>
            <a:custGeom>
              <a:rect b="b" l="l" r="r" t="t"/>
              <a:pathLst>
                <a:path extrusionOk="0" h="6769510" w="11916266">
                  <a:moveTo>
                    <a:pt x="0" y="0"/>
                  </a:moveTo>
                  <a:lnTo>
                    <a:pt x="11916266" y="0"/>
                  </a:lnTo>
                  <a:lnTo>
                    <a:pt x="11916266" y="6769510"/>
                  </a:lnTo>
                  <a:lnTo>
                    <a:pt x="0" y="6769510"/>
                  </a:lnTo>
                  <a:close/>
                </a:path>
              </a:pathLst>
            </a:custGeom>
            <a:solidFill>
              <a:srgbClr val="333333"/>
            </a:solidFill>
            <a:ln>
              <a:noFill/>
            </a:ln>
          </p:spPr>
        </p:sp>
        <p:sp>
          <p:nvSpPr>
            <p:cNvPr id="101" name="Google Shape;101;p6"/>
            <p:cNvSpPr/>
            <p:nvPr/>
          </p:nvSpPr>
          <p:spPr>
            <a:xfrm>
              <a:off x="0" y="0"/>
              <a:ext cx="11928966" cy="6782210"/>
            </a:xfrm>
            <a:custGeom>
              <a:rect b="b" l="l" r="r" t="t"/>
              <a:pathLst>
                <a:path extrusionOk="0" h="6782210" w="11928966">
                  <a:moveTo>
                    <a:pt x="6350" y="6782210"/>
                  </a:moveTo>
                  <a:lnTo>
                    <a:pt x="0" y="6782210"/>
                  </a:lnTo>
                  <a:lnTo>
                    <a:pt x="0" y="0"/>
                  </a:lnTo>
                  <a:lnTo>
                    <a:pt x="11928966" y="0"/>
                  </a:lnTo>
                  <a:lnTo>
                    <a:pt x="11928966" y="6782210"/>
                  </a:lnTo>
                  <a:lnTo>
                    <a:pt x="6350" y="6782210"/>
                  </a:lnTo>
                  <a:close/>
                  <a:moveTo>
                    <a:pt x="12700" y="12700"/>
                  </a:moveTo>
                  <a:lnTo>
                    <a:pt x="12700" y="6769510"/>
                  </a:lnTo>
                  <a:lnTo>
                    <a:pt x="11916266" y="6769510"/>
                  </a:lnTo>
                  <a:lnTo>
                    <a:pt x="11916266" y="12700"/>
                  </a:lnTo>
                  <a:lnTo>
                    <a:pt x="12700" y="12700"/>
                  </a:lnTo>
                  <a:close/>
                </a:path>
              </a:pathLst>
            </a:custGeom>
            <a:solidFill>
              <a:srgbClr val="F8F3E2"/>
            </a:solidFill>
            <a:ln>
              <a:noFill/>
            </a:ln>
          </p:spPr>
        </p:sp>
        <p:sp>
          <p:nvSpPr>
            <p:cNvPr id="102" name="Google Shape;102;p6"/>
            <p:cNvSpPr/>
            <p:nvPr/>
          </p:nvSpPr>
          <p:spPr>
            <a:xfrm>
              <a:off x="139700" y="140970"/>
              <a:ext cx="11648296" cy="6501540"/>
            </a:xfrm>
            <a:custGeom>
              <a:rect b="b" l="l" r="r" t="t"/>
              <a:pathLst>
                <a:path extrusionOk="0" h="6501540" w="11648296">
                  <a:moveTo>
                    <a:pt x="0" y="0"/>
                  </a:moveTo>
                  <a:lnTo>
                    <a:pt x="11648296" y="0"/>
                  </a:lnTo>
                  <a:lnTo>
                    <a:pt x="11648296" y="6501540"/>
                  </a:lnTo>
                  <a:lnTo>
                    <a:pt x="0" y="6501540"/>
                  </a:lnTo>
                  <a:close/>
                </a:path>
              </a:pathLst>
            </a:custGeom>
            <a:solidFill>
              <a:srgbClr val="F8F3E2"/>
            </a:solidFill>
            <a:ln>
              <a:noFill/>
            </a:ln>
          </p:spPr>
        </p:sp>
      </p:grpSp>
      <p:grpSp>
        <p:nvGrpSpPr>
          <p:cNvPr id="103" name="Google Shape;103;p6"/>
          <p:cNvGrpSpPr/>
          <p:nvPr/>
        </p:nvGrpSpPr>
        <p:grpSpPr>
          <a:xfrm>
            <a:off x="-9525" y="500452"/>
            <a:ext cx="18288118" cy="866149"/>
            <a:chOff x="0" y="-47625"/>
            <a:chExt cx="4816592" cy="228120"/>
          </a:xfrm>
        </p:grpSpPr>
        <p:sp>
          <p:nvSpPr>
            <p:cNvPr id="104" name="Google Shape;104;p6"/>
            <p:cNvSpPr/>
            <p:nvPr/>
          </p:nvSpPr>
          <p:spPr>
            <a:xfrm>
              <a:off x="0" y="0"/>
              <a:ext cx="4816592" cy="180495"/>
            </a:xfrm>
            <a:custGeom>
              <a:rect b="b" l="l" r="r" t="t"/>
              <a:pathLst>
                <a:path extrusionOk="0" h="180495" w="4816592">
                  <a:moveTo>
                    <a:pt x="0" y="0"/>
                  </a:moveTo>
                  <a:lnTo>
                    <a:pt x="4816592" y="0"/>
                  </a:lnTo>
                  <a:lnTo>
                    <a:pt x="4816592" y="180495"/>
                  </a:lnTo>
                  <a:lnTo>
                    <a:pt x="0" y="180495"/>
                  </a:lnTo>
                  <a:close/>
                </a:path>
              </a:pathLst>
            </a:custGeom>
            <a:solidFill>
              <a:srgbClr val="BFCDAC"/>
            </a:solidFill>
            <a:ln>
              <a:noFill/>
            </a:ln>
          </p:spPr>
        </p:sp>
        <p:sp>
          <p:nvSpPr>
            <p:cNvPr id="105" name="Google Shape;105;p6"/>
            <p:cNvSpPr txBox="1"/>
            <p:nvPr/>
          </p:nvSpPr>
          <p:spPr>
            <a:xfrm>
              <a:off x="0" y="-47625"/>
              <a:ext cx="4816500" cy="22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06" name="Google Shape;106;p6"/>
          <p:cNvCxnSpPr/>
          <p:nvPr/>
        </p:nvCxnSpPr>
        <p:spPr>
          <a:xfrm>
            <a:off x="9134475" y="700329"/>
            <a:ext cx="0" cy="666300"/>
          </a:xfrm>
          <a:prstGeom prst="straightConnector1">
            <a:avLst/>
          </a:prstGeom>
          <a:noFill/>
          <a:ln cap="flat" cmpd="sng" w="19050">
            <a:solidFill>
              <a:srgbClr val="333333"/>
            </a:solidFill>
            <a:prstDash val="solid"/>
            <a:round/>
            <a:headEnd len="sm" w="sm" type="none"/>
            <a:tailEnd len="sm" w="sm" type="none"/>
          </a:ln>
        </p:spPr>
      </p:cxnSp>
      <p:cxnSp>
        <p:nvCxnSpPr>
          <p:cNvPr id="107" name="Google Shape;107;p6"/>
          <p:cNvCxnSpPr/>
          <p:nvPr/>
        </p:nvCxnSpPr>
        <p:spPr>
          <a:xfrm>
            <a:off x="-9525" y="681279"/>
            <a:ext cx="18288000" cy="0"/>
          </a:xfrm>
          <a:prstGeom prst="straightConnector1">
            <a:avLst/>
          </a:prstGeom>
          <a:noFill/>
          <a:ln cap="flat" cmpd="sng" w="19050">
            <a:solidFill>
              <a:srgbClr val="333333"/>
            </a:solidFill>
            <a:prstDash val="solid"/>
            <a:round/>
            <a:headEnd len="sm" w="sm" type="none"/>
            <a:tailEnd len="sm" w="sm" type="none"/>
          </a:ln>
        </p:spPr>
      </p:cxnSp>
      <p:cxnSp>
        <p:nvCxnSpPr>
          <p:cNvPr id="108" name="Google Shape;108;p6"/>
          <p:cNvCxnSpPr/>
          <p:nvPr/>
        </p:nvCxnSpPr>
        <p:spPr>
          <a:xfrm>
            <a:off x="-9525" y="1357071"/>
            <a:ext cx="18288000" cy="0"/>
          </a:xfrm>
          <a:prstGeom prst="straightConnector1">
            <a:avLst/>
          </a:prstGeom>
          <a:noFill/>
          <a:ln cap="flat" cmpd="sng" w="19050">
            <a:solidFill>
              <a:srgbClr val="333333"/>
            </a:solidFill>
            <a:prstDash val="solid"/>
            <a:round/>
            <a:headEnd len="sm" w="sm" type="none"/>
            <a:tailEnd len="sm" w="sm" type="none"/>
          </a:ln>
        </p:spPr>
      </p:cxnSp>
      <p:sp>
        <p:nvSpPr>
          <p:cNvPr id="109" name="Google Shape;109;p6"/>
          <p:cNvSpPr txBox="1"/>
          <p:nvPr>
            <p:ph type="title"/>
          </p:nvPr>
        </p:nvSpPr>
        <p:spPr>
          <a:xfrm>
            <a:off x="267200" y="7145550"/>
            <a:ext cx="7863300" cy="1545900"/>
          </a:xfrm>
          <a:prstGeom prst="rect">
            <a:avLst/>
          </a:prstGeom>
        </p:spPr>
        <p:txBody>
          <a:bodyPr anchorCtr="0" anchor="t" bIns="0" lIns="0" spcFirstLastPara="1" rIns="0" wrap="square" tIns="0">
            <a:noAutofit/>
          </a:bodyPr>
          <a:lstStyle>
            <a:lvl1pPr lvl="0">
              <a:spcBef>
                <a:spcPts val="0"/>
              </a:spcBef>
              <a:spcAft>
                <a:spcPts val="0"/>
              </a:spcAft>
              <a:buSzPts val="11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6"/>
          <p:cNvSpPr txBox="1"/>
          <p:nvPr>
            <p:ph idx="1" type="subTitle"/>
          </p:nvPr>
        </p:nvSpPr>
        <p:spPr>
          <a:xfrm>
            <a:off x="10878650" y="7374575"/>
            <a:ext cx="7214400" cy="1317000"/>
          </a:xfrm>
          <a:prstGeom prst="rect">
            <a:avLst/>
          </a:prstGeom>
        </p:spPr>
        <p:txBody>
          <a:bodyPr anchorCtr="0" anchor="t" bIns="0" lIns="0" spcFirstLastPara="1" rIns="0" wrap="square" tIns="0">
            <a:noAutofit/>
          </a:bodyPr>
          <a:lstStyle>
            <a:lvl1pPr lvl="0" algn="r">
              <a:spcBef>
                <a:spcPts val="640"/>
              </a:spcBef>
              <a:spcAft>
                <a:spcPts val="0"/>
              </a:spcAft>
              <a:buClr>
                <a:schemeClr val="lt2"/>
              </a:buClr>
              <a:buSzPts val="3200"/>
              <a:buNone/>
              <a:defRPr>
                <a:solidFill>
                  <a:schemeClr val="lt2"/>
                </a:solidFill>
              </a:defRPr>
            </a:lvl1pPr>
            <a:lvl2pPr lvl="1">
              <a:spcBef>
                <a:spcPts val="560"/>
              </a:spcBef>
              <a:spcAft>
                <a:spcPts val="0"/>
              </a:spcAft>
              <a:buSzPts val="2100"/>
              <a:buNone/>
              <a:defRPr/>
            </a:lvl2pPr>
            <a:lvl3pPr lvl="2">
              <a:spcBef>
                <a:spcPts val="480"/>
              </a:spcBef>
              <a:spcAft>
                <a:spcPts val="0"/>
              </a:spcAft>
              <a:buSzPts val="2100"/>
              <a:buNone/>
              <a:defRPr/>
            </a:lvl3pPr>
            <a:lvl4pPr lvl="3">
              <a:spcBef>
                <a:spcPts val="400"/>
              </a:spcBef>
              <a:spcAft>
                <a:spcPts val="0"/>
              </a:spcAft>
              <a:buSzPts val="2100"/>
              <a:buNone/>
              <a:defRPr/>
            </a:lvl4pPr>
            <a:lvl5pPr lvl="4">
              <a:spcBef>
                <a:spcPts val="400"/>
              </a:spcBef>
              <a:spcAft>
                <a:spcPts val="0"/>
              </a:spcAft>
              <a:buSzPts val="2100"/>
              <a:buNone/>
              <a:defRPr/>
            </a:lvl5pPr>
            <a:lvl6pPr lvl="5">
              <a:spcBef>
                <a:spcPts val="400"/>
              </a:spcBef>
              <a:spcAft>
                <a:spcPts val="0"/>
              </a:spcAft>
              <a:buSzPts val="2100"/>
              <a:buNone/>
              <a:defRPr/>
            </a:lvl6pPr>
            <a:lvl7pPr lvl="6">
              <a:spcBef>
                <a:spcPts val="400"/>
              </a:spcBef>
              <a:spcAft>
                <a:spcPts val="0"/>
              </a:spcAft>
              <a:buSzPts val="2100"/>
              <a:buNone/>
              <a:defRPr/>
            </a:lvl7pPr>
            <a:lvl8pPr lvl="7">
              <a:spcBef>
                <a:spcPts val="400"/>
              </a:spcBef>
              <a:spcAft>
                <a:spcPts val="0"/>
              </a:spcAft>
              <a:buSzPts val="2100"/>
              <a:buNone/>
              <a:defRPr/>
            </a:lvl8pPr>
            <a:lvl9pPr lvl="8">
              <a:spcBef>
                <a:spcPts val="400"/>
              </a:spcBef>
              <a:spcAft>
                <a:spcPts val="0"/>
              </a:spcAft>
              <a:buSzPts val="2100"/>
              <a:buNone/>
              <a:defRPr/>
            </a:lvl9pPr>
          </a:lstStyle>
          <a:p/>
        </p:txBody>
      </p:sp>
      <p:sp>
        <p:nvSpPr>
          <p:cNvPr id="111" name="Google Shape;111;p6"/>
          <p:cNvSpPr txBox="1"/>
          <p:nvPr>
            <p:ph idx="7" type="body"/>
          </p:nvPr>
        </p:nvSpPr>
        <p:spPr>
          <a:xfrm>
            <a:off x="670013" y="766213"/>
            <a:ext cx="5496600" cy="413100"/>
          </a:xfrm>
          <a:prstGeom prst="rect">
            <a:avLst/>
          </a:prstGeom>
        </p:spPr>
        <p:txBody>
          <a:bodyPr anchorCtr="0" anchor="t" bIns="0" lIns="0" spcFirstLastPara="1" rIns="0" wrap="square" tIns="0">
            <a:noAutofit/>
          </a:bodyPr>
          <a:lstStyle>
            <a:lvl1pPr indent="-361950" lvl="0" marL="457200" rtl="0">
              <a:spcBef>
                <a:spcPts val="640"/>
              </a:spcBef>
              <a:spcAft>
                <a:spcPts val="0"/>
              </a:spcAft>
              <a:buClr>
                <a:schemeClr val="lt2"/>
              </a:buClr>
              <a:buSzPts val="2100"/>
              <a:buChar char="•"/>
              <a:defRPr b="0" sz="2100">
                <a:solidFill>
                  <a:schemeClr val="lt2"/>
                </a:solidFill>
              </a:defRPr>
            </a:lvl1pPr>
            <a:lvl2pPr indent="-361950" lvl="1" marL="914400" rtl="0">
              <a:spcBef>
                <a:spcPts val="560"/>
              </a:spcBef>
              <a:spcAft>
                <a:spcPts val="0"/>
              </a:spcAft>
              <a:buClr>
                <a:schemeClr val="lt2"/>
              </a:buClr>
              <a:buSzPts val="2100"/>
              <a:buChar char="–"/>
              <a:defRPr>
                <a:solidFill>
                  <a:schemeClr val="lt2"/>
                </a:solidFill>
              </a:defRPr>
            </a:lvl2pPr>
            <a:lvl3pPr indent="-361950" lvl="2" marL="1371600" rtl="0">
              <a:spcBef>
                <a:spcPts val="480"/>
              </a:spcBef>
              <a:spcAft>
                <a:spcPts val="0"/>
              </a:spcAft>
              <a:buClr>
                <a:schemeClr val="lt2"/>
              </a:buClr>
              <a:buSzPts val="2100"/>
              <a:buChar char="•"/>
              <a:defRPr>
                <a:solidFill>
                  <a:schemeClr val="lt2"/>
                </a:solidFill>
              </a:defRPr>
            </a:lvl3pPr>
            <a:lvl4pPr indent="-361950" lvl="3" marL="1828800" rtl="0">
              <a:spcBef>
                <a:spcPts val="400"/>
              </a:spcBef>
              <a:spcAft>
                <a:spcPts val="0"/>
              </a:spcAft>
              <a:buClr>
                <a:schemeClr val="lt2"/>
              </a:buClr>
              <a:buSzPts val="2100"/>
              <a:buChar char="–"/>
              <a:defRPr>
                <a:solidFill>
                  <a:schemeClr val="lt2"/>
                </a:solidFill>
              </a:defRPr>
            </a:lvl4pPr>
            <a:lvl5pPr indent="-361950" lvl="4" marL="2286000" rtl="0">
              <a:spcBef>
                <a:spcPts val="400"/>
              </a:spcBef>
              <a:spcAft>
                <a:spcPts val="0"/>
              </a:spcAft>
              <a:buClr>
                <a:schemeClr val="lt2"/>
              </a:buClr>
              <a:buSzPts val="2100"/>
              <a:buChar char="»"/>
              <a:defRPr>
                <a:solidFill>
                  <a:schemeClr val="lt2"/>
                </a:solidFill>
              </a:defRPr>
            </a:lvl5pPr>
            <a:lvl6pPr indent="-361950" lvl="5" marL="2743200" rtl="0">
              <a:spcBef>
                <a:spcPts val="400"/>
              </a:spcBef>
              <a:spcAft>
                <a:spcPts val="0"/>
              </a:spcAft>
              <a:buClr>
                <a:schemeClr val="lt2"/>
              </a:buClr>
              <a:buSzPts val="2100"/>
              <a:buChar char="•"/>
              <a:defRPr>
                <a:solidFill>
                  <a:schemeClr val="lt2"/>
                </a:solidFill>
              </a:defRPr>
            </a:lvl6pPr>
            <a:lvl7pPr indent="-361950" lvl="6" marL="3200400" rtl="0">
              <a:spcBef>
                <a:spcPts val="400"/>
              </a:spcBef>
              <a:spcAft>
                <a:spcPts val="0"/>
              </a:spcAft>
              <a:buClr>
                <a:schemeClr val="lt2"/>
              </a:buClr>
              <a:buSzPts val="2100"/>
              <a:buChar char="•"/>
              <a:defRPr>
                <a:solidFill>
                  <a:schemeClr val="lt2"/>
                </a:solidFill>
              </a:defRPr>
            </a:lvl7pPr>
            <a:lvl8pPr indent="-361950" lvl="7" marL="3657600" rtl="0">
              <a:spcBef>
                <a:spcPts val="400"/>
              </a:spcBef>
              <a:spcAft>
                <a:spcPts val="0"/>
              </a:spcAft>
              <a:buClr>
                <a:schemeClr val="lt2"/>
              </a:buClr>
              <a:buSzPts val="2100"/>
              <a:buChar char="•"/>
              <a:defRPr>
                <a:solidFill>
                  <a:schemeClr val="lt2"/>
                </a:solidFill>
              </a:defRPr>
            </a:lvl8pPr>
            <a:lvl9pPr indent="-361950" lvl="8" marL="4114800" rtl="0">
              <a:spcBef>
                <a:spcPts val="400"/>
              </a:spcBef>
              <a:spcAft>
                <a:spcPts val="0"/>
              </a:spcAft>
              <a:buClr>
                <a:schemeClr val="lt2"/>
              </a:buClr>
              <a:buSzPts val="2100"/>
              <a:buChar char="•"/>
              <a:defRPr>
                <a:solidFill>
                  <a:schemeClr val="lt2"/>
                </a:solidFill>
              </a:defRPr>
            </a:lvl9pPr>
          </a:lstStyle>
          <a:p/>
        </p:txBody>
      </p:sp>
      <p:sp>
        <p:nvSpPr>
          <p:cNvPr id="112" name="Google Shape;112;p6"/>
          <p:cNvSpPr txBox="1"/>
          <p:nvPr>
            <p:ph idx="8" type="body"/>
          </p:nvPr>
        </p:nvSpPr>
        <p:spPr>
          <a:xfrm>
            <a:off x="12617438" y="817225"/>
            <a:ext cx="5019600" cy="362100"/>
          </a:xfrm>
          <a:prstGeom prst="rect">
            <a:avLst/>
          </a:prstGeom>
        </p:spPr>
        <p:txBody>
          <a:bodyPr anchorCtr="0" anchor="t" bIns="0" lIns="0" spcFirstLastPara="1" rIns="0" wrap="square" tIns="0">
            <a:noAutofit/>
          </a:bodyPr>
          <a:lstStyle>
            <a:lvl1pPr indent="-361950" lvl="0" marL="457200" rtl="0" algn="r">
              <a:spcBef>
                <a:spcPts val="640"/>
              </a:spcBef>
              <a:spcAft>
                <a:spcPts val="0"/>
              </a:spcAft>
              <a:buClr>
                <a:schemeClr val="lt2"/>
              </a:buClr>
              <a:buSzPts val="2100"/>
              <a:buChar char="•"/>
              <a:defRPr b="0" sz="2100">
                <a:solidFill>
                  <a:schemeClr val="lt2"/>
                </a:solidFill>
              </a:defRPr>
            </a:lvl1pPr>
            <a:lvl2pPr indent="-361950" lvl="1" marL="914400" rtl="0" algn="r">
              <a:spcBef>
                <a:spcPts val="560"/>
              </a:spcBef>
              <a:spcAft>
                <a:spcPts val="0"/>
              </a:spcAft>
              <a:buClr>
                <a:schemeClr val="lt2"/>
              </a:buClr>
              <a:buSzPts val="2100"/>
              <a:buChar char="–"/>
              <a:defRPr>
                <a:solidFill>
                  <a:schemeClr val="lt2"/>
                </a:solidFill>
              </a:defRPr>
            </a:lvl2pPr>
            <a:lvl3pPr indent="-361950" lvl="2" marL="1371600" rtl="0" algn="r">
              <a:spcBef>
                <a:spcPts val="480"/>
              </a:spcBef>
              <a:spcAft>
                <a:spcPts val="0"/>
              </a:spcAft>
              <a:buClr>
                <a:schemeClr val="lt2"/>
              </a:buClr>
              <a:buSzPts val="2100"/>
              <a:buChar char="•"/>
              <a:defRPr>
                <a:solidFill>
                  <a:schemeClr val="lt2"/>
                </a:solidFill>
              </a:defRPr>
            </a:lvl3pPr>
            <a:lvl4pPr indent="-361950" lvl="3" marL="1828800" rtl="0" algn="r">
              <a:spcBef>
                <a:spcPts val="400"/>
              </a:spcBef>
              <a:spcAft>
                <a:spcPts val="0"/>
              </a:spcAft>
              <a:buClr>
                <a:schemeClr val="lt2"/>
              </a:buClr>
              <a:buSzPts val="2100"/>
              <a:buChar char="–"/>
              <a:defRPr>
                <a:solidFill>
                  <a:schemeClr val="lt2"/>
                </a:solidFill>
              </a:defRPr>
            </a:lvl4pPr>
            <a:lvl5pPr indent="-361950" lvl="4" marL="2286000" rtl="0" algn="r">
              <a:spcBef>
                <a:spcPts val="400"/>
              </a:spcBef>
              <a:spcAft>
                <a:spcPts val="0"/>
              </a:spcAft>
              <a:buClr>
                <a:schemeClr val="lt2"/>
              </a:buClr>
              <a:buSzPts val="2100"/>
              <a:buChar char="»"/>
              <a:defRPr>
                <a:solidFill>
                  <a:schemeClr val="lt2"/>
                </a:solidFill>
              </a:defRPr>
            </a:lvl5pPr>
            <a:lvl6pPr indent="-361950" lvl="5" marL="2743200" rtl="0" algn="r">
              <a:spcBef>
                <a:spcPts val="400"/>
              </a:spcBef>
              <a:spcAft>
                <a:spcPts val="0"/>
              </a:spcAft>
              <a:buClr>
                <a:schemeClr val="lt2"/>
              </a:buClr>
              <a:buSzPts val="2100"/>
              <a:buChar char="•"/>
              <a:defRPr>
                <a:solidFill>
                  <a:schemeClr val="lt2"/>
                </a:solidFill>
              </a:defRPr>
            </a:lvl6pPr>
            <a:lvl7pPr indent="-361950" lvl="6" marL="3200400" rtl="0" algn="r">
              <a:spcBef>
                <a:spcPts val="400"/>
              </a:spcBef>
              <a:spcAft>
                <a:spcPts val="0"/>
              </a:spcAft>
              <a:buClr>
                <a:schemeClr val="lt2"/>
              </a:buClr>
              <a:buSzPts val="2100"/>
              <a:buChar char="•"/>
              <a:defRPr>
                <a:solidFill>
                  <a:schemeClr val="lt2"/>
                </a:solidFill>
              </a:defRPr>
            </a:lvl7pPr>
            <a:lvl8pPr indent="-361950" lvl="7" marL="3657600" rtl="0" algn="r">
              <a:spcBef>
                <a:spcPts val="400"/>
              </a:spcBef>
              <a:spcAft>
                <a:spcPts val="0"/>
              </a:spcAft>
              <a:buClr>
                <a:schemeClr val="lt2"/>
              </a:buClr>
              <a:buSzPts val="2100"/>
              <a:buChar char="•"/>
              <a:defRPr>
                <a:solidFill>
                  <a:schemeClr val="lt2"/>
                </a:solidFill>
              </a:defRPr>
            </a:lvl8pPr>
            <a:lvl9pPr indent="-361950" lvl="8" marL="4114800" rtl="0" algn="r">
              <a:spcBef>
                <a:spcPts val="400"/>
              </a:spcBef>
              <a:spcAft>
                <a:spcPts val="0"/>
              </a:spcAft>
              <a:buClr>
                <a:schemeClr val="lt2"/>
              </a:buClr>
              <a:buSzPts val="2100"/>
              <a:buChar char="•"/>
              <a:defRPr>
                <a:solidFill>
                  <a:schemeClr val="lt2"/>
                </a:solidFill>
              </a:defRPr>
            </a:lvl9pPr>
          </a:lstStyle>
          <a:p/>
        </p:txBody>
      </p:sp>
      <p:sp>
        <p:nvSpPr>
          <p:cNvPr id="113" name="Google Shape;113;p6"/>
          <p:cNvSpPr txBox="1"/>
          <p:nvPr/>
        </p:nvSpPr>
        <p:spPr>
          <a:xfrm>
            <a:off x="8741225" y="9016050"/>
            <a:ext cx="763500" cy="3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chemeClr val="dk1"/>
                </a:solidFill>
                <a:latin typeface="Playfair Display"/>
                <a:ea typeface="Playfair Display"/>
                <a:cs typeface="Playfair Display"/>
                <a:sym typeface="Playfair Display"/>
              </a:rPr>
              <a:t>00</a:t>
            </a:r>
            <a:endParaRPr b="1" sz="2400">
              <a:solidFill>
                <a:schemeClr val="lt2"/>
              </a:solidFill>
              <a:latin typeface="Playfair Display"/>
              <a:ea typeface="Playfair Display"/>
              <a:cs typeface="Playfair Display"/>
              <a:sym typeface="Playfair Display"/>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
    <p:spTree>
      <p:nvGrpSpPr>
        <p:cNvPr id="114" name="Shape 114"/>
        <p:cNvGrpSpPr/>
        <p:nvPr/>
      </p:nvGrpSpPr>
      <p:grpSpPr>
        <a:xfrm>
          <a:off x="0" y="0"/>
          <a:ext cx="0" cy="0"/>
          <a:chOff x="0" y="0"/>
          <a:chExt cx="0" cy="0"/>
        </a:xfrm>
      </p:grpSpPr>
      <p:grpSp>
        <p:nvGrpSpPr>
          <p:cNvPr id="115" name="Google Shape;115;p7"/>
          <p:cNvGrpSpPr/>
          <p:nvPr/>
        </p:nvGrpSpPr>
        <p:grpSpPr>
          <a:xfrm>
            <a:off x="0" y="8851549"/>
            <a:ext cx="18288118" cy="668843"/>
            <a:chOff x="0" y="-38100"/>
            <a:chExt cx="4816592" cy="176155"/>
          </a:xfrm>
        </p:grpSpPr>
        <p:sp>
          <p:nvSpPr>
            <p:cNvPr id="116" name="Google Shape;116;p7"/>
            <p:cNvSpPr/>
            <p:nvPr/>
          </p:nvSpPr>
          <p:spPr>
            <a:xfrm>
              <a:off x="0" y="0"/>
              <a:ext cx="4816592" cy="138055"/>
            </a:xfrm>
            <a:custGeom>
              <a:rect b="b" l="l" r="r" t="t"/>
              <a:pathLst>
                <a:path extrusionOk="0" h="138055" w="4816592">
                  <a:moveTo>
                    <a:pt x="0" y="0"/>
                  </a:moveTo>
                  <a:lnTo>
                    <a:pt x="4816592" y="0"/>
                  </a:lnTo>
                  <a:lnTo>
                    <a:pt x="4816592" y="138055"/>
                  </a:lnTo>
                  <a:lnTo>
                    <a:pt x="0" y="138055"/>
                  </a:lnTo>
                  <a:close/>
                </a:path>
              </a:pathLst>
            </a:custGeom>
            <a:solidFill>
              <a:srgbClr val="333333"/>
            </a:solidFill>
            <a:ln>
              <a:noFill/>
            </a:ln>
          </p:spPr>
        </p:sp>
        <p:sp>
          <p:nvSpPr>
            <p:cNvPr id="117" name="Google Shape;117;p7"/>
            <p:cNvSpPr txBox="1"/>
            <p:nvPr/>
          </p:nvSpPr>
          <p:spPr>
            <a:xfrm>
              <a:off x="0" y="-38100"/>
              <a:ext cx="4816500" cy="1761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8" name="Google Shape;118;p7"/>
          <p:cNvGrpSpPr/>
          <p:nvPr/>
        </p:nvGrpSpPr>
        <p:grpSpPr>
          <a:xfrm>
            <a:off x="8477618" y="8874014"/>
            <a:ext cx="1351552" cy="768424"/>
            <a:chOff x="0" y="0"/>
            <a:chExt cx="11928966" cy="6782210"/>
          </a:xfrm>
        </p:grpSpPr>
        <p:sp>
          <p:nvSpPr>
            <p:cNvPr id="119" name="Google Shape;119;p7"/>
            <p:cNvSpPr/>
            <p:nvPr/>
          </p:nvSpPr>
          <p:spPr>
            <a:xfrm>
              <a:off x="6350" y="6350"/>
              <a:ext cx="11916266" cy="6769510"/>
            </a:xfrm>
            <a:custGeom>
              <a:rect b="b" l="l" r="r" t="t"/>
              <a:pathLst>
                <a:path extrusionOk="0" h="6769510" w="11916266">
                  <a:moveTo>
                    <a:pt x="0" y="0"/>
                  </a:moveTo>
                  <a:lnTo>
                    <a:pt x="11916266" y="0"/>
                  </a:lnTo>
                  <a:lnTo>
                    <a:pt x="11916266" y="6769510"/>
                  </a:lnTo>
                  <a:lnTo>
                    <a:pt x="0" y="6769510"/>
                  </a:lnTo>
                  <a:close/>
                </a:path>
              </a:pathLst>
            </a:custGeom>
            <a:solidFill>
              <a:srgbClr val="333333"/>
            </a:solidFill>
            <a:ln>
              <a:noFill/>
            </a:ln>
          </p:spPr>
        </p:sp>
        <p:sp>
          <p:nvSpPr>
            <p:cNvPr id="120" name="Google Shape;120;p7"/>
            <p:cNvSpPr/>
            <p:nvPr/>
          </p:nvSpPr>
          <p:spPr>
            <a:xfrm>
              <a:off x="0" y="0"/>
              <a:ext cx="11928966" cy="6782210"/>
            </a:xfrm>
            <a:custGeom>
              <a:rect b="b" l="l" r="r" t="t"/>
              <a:pathLst>
                <a:path extrusionOk="0" h="6782210" w="11928966">
                  <a:moveTo>
                    <a:pt x="6350" y="6782210"/>
                  </a:moveTo>
                  <a:lnTo>
                    <a:pt x="0" y="6782210"/>
                  </a:lnTo>
                  <a:lnTo>
                    <a:pt x="0" y="0"/>
                  </a:lnTo>
                  <a:lnTo>
                    <a:pt x="11928966" y="0"/>
                  </a:lnTo>
                  <a:lnTo>
                    <a:pt x="11928966" y="6782210"/>
                  </a:lnTo>
                  <a:lnTo>
                    <a:pt x="6350" y="6782210"/>
                  </a:lnTo>
                  <a:close/>
                  <a:moveTo>
                    <a:pt x="12700" y="12700"/>
                  </a:moveTo>
                  <a:lnTo>
                    <a:pt x="12700" y="6769510"/>
                  </a:lnTo>
                  <a:lnTo>
                    <a:pt x="11916266" y="6769510"/>
                  </a:lnTo>
                  <a:lnTo>
                    <a:pt x="11916266" y="12700"/>
                  </a:lnTo>
                  <a:lnTo>
                    <a:pt x="12700" y="12700"/>
                  </a:lnTo>
                  <a:close/>
                </a:path>
              </a:pathLst>
            </a:custGeom>
            <a:solidFill>
              <a:srgbClr val="F8F3E2"/>
            </a:solidFill>
            <a:ln>
              <a:noFill/>
            </a:ln>
          </p:spPr>
        </p:sp>
        <p:sp>
          <p:nvSpPr>
            <p:cNvPr id="121" name="Google Shape;121;p7"/>
            <p:cNvSpPr/>
            <p:nvPr/>
          </p:nvSpPr>
          <p:spPr>
            <a:xfrm>
              <a:off x="139700" y="140970"/>
              <a:ext cx="11648296" cy="6501540"/>
            </a:xfrm>
            <a:custGeom>
              <a:rect b="b" l="l" r="r" t="t"/>
              <a:pathLst>
                <a:path extrusionOk="0" h="6501540" w="11648296">
                  <a:moveTo>
                    <a:pt x="0" y="0"/>
                  </a:moveTo>
                  <a:lnTo>
                    <a:pt x="11648296" y="0"/>
                  </a:lnTo>
                  <a:lnTo>
                    <a:pt x="11648296" y="6501540"/>
                  </a:lnTo>
                  <a:lnTo>
                    <a:pt x="0" y="6501540"/>
                  </a:lnTo>
                  <a:close/>
                </a:path>
              </a:pathLst>
            </a:custGeom>
            <a:solidFill>
              <a:srgbClr val="F8F3E2"/>
            </a:solidFill>
            <a:ln>
              <a:noFill/>
            </a:ln>
          </p:spPr>
        </p:sp>
      </p:grpSp>
      <p:grpSp>
        <p:nvGrpSpPr>
          <p:cNvPr id="122" name="Google Shape;122;p7"/>
          <p:cNvGrpSpPr/>
          <p:nvPr/>
        </p:nvGrpSpPr>
        <p:grpSpPr>
          <a:xfrm>
            <a:off x="-9525" y="500452"/>
            <a:ext cx="18288118" cy="866149"/>
            <a:chOff x="0" y="-47625"/>
            <a:chExt cx="4816592" cy="228120"/>
          </a:xfrm>
        </p:grpSpPr>
        <p:sp>
          <p:nvSpPr>
            <p:cNvPr id="123" name="Google Shape;123;p7"/>
            <p:cNvSpPr/>
            <p:nvPr/>
          </p:nvSpPr>
          <p:spPr>
            <a:xfrm>
              <a:off x="0" y="0"/>
              <a:ext cx="4816592" cy="180495"/>
            </a:xfrm>
            <a:custGeom>
              <a:rect b="b" l="l" r="r" t="t"/>
              <a:pathLst>
                <a:path extrusionOk="0" h="180495" w="4816592">
                  <a:moveTo>
                    <a:pt x="0" y="0"/>
                  </a:moveTo>
                  <a:lnTo>
                    <a:pt x="4816592" y="0"/>
                  </a:lnTo>
                  <a:lnTo>
                    <a:pt x="4816592" y="180495"/>
                  </a:lnTo>
                  <a:lnTo>
                    <a:pt x="0" y="180495"/>
                  </a:lnTo>
                  <a:close/>
                </a:path>
              </a:pathLst>
            </a:custGeom>
            <a:solidFill>
              <a:srgbClr val="BFCDAC"/>
            </a:solidFill>
            <a:ln>
              <a:noFill/>
            </a:ln>
          </p:spPr>
        </p:sp>
        <p:sp>
          <p:nvSpPr>
            <p:cNvPr id="124" name="Google Shape;124;p7"/>
            <p:cNvSpPr txBox="1"/>
            <p:nvPr/>
          </p:nvSpPr>
          <p:spPr>
            <a:xfrm>
              <a:off x="0" y="-47625"/>
              <a:ext cx="4816500" cy="22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25" name="Google Shape;125;p7"/>
          <p:cNvCxnSpPr/>
          <p:nvPr/>
        </p:nvCxnSpPr>
        <p:spPr>
          <a:xfrm>
            <a:off x="9134475" y="700329"/>
            <a:ext cx="0" cy="666300"/>
          </a:xfrm>
          <a:prstGeom prst="straightConnector1">
            <a:avLst/>
          </a:prstGeom>
          <a:noFill/>
          <a:ln cap="flat" cmpd="sng" w="19050">
            <a:solidFill>
              <a:srgbClr val="333333"/>
            </a:solidFill>
            <a:prstDash val="solid"/>
            <a:round/>
            <a:headEnd len="sm" w="sm" type="none"/>
            <a:tailEnd len="sm" w="sm" type="none"/>
          </a:ln>
        </p:spPr>
      </p:cxnSp>
      <p:cxnSp>
        <p:nvCxnSpPr>
          <p:cNvPr id="126" name="Google Shape;126;p7"/>
          <p:cNvCxnSpPr/>
          <p:nvPr/>
        </p:nvCxnSpPr>
        <p:spPr>
          <a:xfrm>
            <a:off x="-9525" y="681279"/>
            <a:ext cx="18288000" cy="0"/>
          </a:xfrm>
          <a:prstGeom prst="straightConnector1">
            <a:avLst/>
          </a:prstGeom>
          <a:noFill/>
          <a:ln cap="flat" cmpd="sng" w="19050">
            <a:solidFill>
              <a:srgbClr val="333333"/>
            </a:solidFill>
            <a:prstDash val="solid"/>
            <a:round/>
            <a:headEnd len="sm" w="sm" type="none"/>
            <a:tailEnd len="sm" w="sm" type="none"/>
          </a:ln>
        </p:spPr>
      </p:cxnSp>
      <p:sp>
        <p:nvSpPr>
          <p:cNvPr id="127" name="Google Shape;127;p7"/>
          <p:cNvSpPr/>
          <p:nvPr>
            <p:ph idx="2" type="pic"/>
          </p:nvPr>
        </p:nvSpPr>
        <p:spPr>
          <a:xfrm>
            <a:off x="9791075" y="2507525"/>
            <a:ext cx="7453200" cy="5235000"/>
          </a:xfrm>
          <a:prstGeom prst="rect">
            <a:avLst/>
          </a:prstGeom>
          <a:noFill/>
          <a:ln>
            <a:noFill/>
          </a:ln>
        </p:spPr>
      </p:sp>
      <p:cxnSp>
        <p:nvCxnSpPr>
          <p:cNvPr id="128" name="Google Shape;128;p7"/>
          <p:cNvCxnSpPr/>
          <p:nvPr/>
        </p:nvCxnSpPr>
        <p:spPr>
          <a:xfrm>
            <a:off x="-9525" y="1357071"/>
            <a:ext cx="18288000" cy="0"/>
          </a:xfrm>
          <a:prstGeom prst="straightConnector1">
            <a:avLst/>
          </a:prstGeom>
          <a:noFill/>
          <a:ln cap="flat" cmpd="sng" w="19050">
            <a:solidFill>
              <a:srgbClr val="333333"/>
            </a:solidFill>
            <a:prstDash val="solid"/>
            <a:round/>
            <a:headEnd len="sm" w="sm" type="none"/>
            <a:tailEnd len="sm" w="sm" type="none"/>
          </a:ln>
        </p:spPr>
      </p:cxnSp>
      <p:grpSp>
        <p:nvGrpSpPr>
          <p:cNvPr id="129" name="Google Shape;129;p7"/>
          <p:cNvGrpSpPr/>
          <p:nvPr/>
        </p:nvGrpSpPr>
        <p:grpSpPr>
          <a:xfrm>
            <a:off x="708480" y="4564057"/>
            <a:ext cx="4747644" cy="478409"/>
            <a:chOff x="0" y="-38100"/>
            <a:chExt cx="1250400" cy="126000"/>
          </a:xfrm>
        </p:grpSpPr>
        <p:sp>
          <p:nvSpPr>
            <p:cNvPr id="130" name="Google Shape;130;p7"/>
            <p:cNvSpPr/>
            <p:nvPr/>
          </p:nvSpPr>
          <p:spPr>
            <a:xfrm>
              <a:off x="0" y="0"/>
              <a:ext cx="1250389" cy="87858"/>
            </a:xfrm>
            <a:custGeom>
              <a:rect b="b" l="l" r="r" t="t"/>
              <a:pathLst>
                <a:path extrusionOk="0" h="87858" w="1250389">
                  <a:moveTo>
                    <a:pt x="0" y="0"/>
                  </a:moveTo>
                  <a:lnTo>
                    <a:pt x="1250389" y="0"/>
                  </a:lnTo>
                  <a:lnTo>
                    <a:pt x="1250389" y="87858"/>
                  </a:lnTo>
                  <a:lnTo>
                    <a:pt x="0" y="87858"/>
                  </a:lnTo>
                  <a:close/>
                </a:path>
              </a:pathLst>
            </a:custGeom>
            <a:solidFill>
              <a:srgbClr val="596548"/>
            </a:solidFill>
            <a:ln>
              <a:noFill/>
            </a:ln>
          </p:spPr>
        </p:sp>
        <p:sp>
          <p:nvSpPr>
            <p:cNvPr id="131" name="Google Shape;131;p7"/>
            <p:cNvSpPr txBox="1"/>
            <p:nvPr/>
          </p:nvSpPr>
          <p:spPr>
            <a:xfrm>
              <a:off x="0" y="-38100"/>
              <a:ext cx="1250400" cy="126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2" name="Google Shape;132;p7"/>
          <p:cNvSpPr txBox="1"/>
          <p:nvPr>
            <p:ph idx="1" type="body"/>
          </p:nvPr>
        </p:nvSpPr>
        <p:spPr>
          <a:xfrm>
            <a:off x="670013" y="766213"/>
            <a:ext cx="5496600" cy="413100"/>
          </a:xfrm>
          <a:prstGeom prst="rect">
            <a:avLst/>
          </a:prstGeom>
        </p:spPr>
        <p:txBody>
          <a:bodyPr anchorCtr="0" anchor="t" bIns="0" lIns="0" spcFirstLastPara="1" rIns="0" wrap="square" tIns="0">
            <a:noAutofit/>
          </a:bodyPr>
          <a:lstStyle>
            <a:lvl1pPr indent="-361950" lvl="0" marL="457200" rtl="0">
              <a:spcBef>
                <a:spcPts val="640"/>
              </a:spcBef>
              <a:spcAft>
                <a:spcPts val="0"/>
              </a:spcAft>
              <a:buClr>
                <a:schemeClr val="lt2"/>
              </a:buClr>
              <a:buSzPts val="2100"/>
              <a:buChar char="•"/>
              <a:defRPr b="0" sz="2100">
                <a:solidFill>
                  <a:schemeClr val="lt2"/>
                </a:solidFill>
              </a:defRPr>
            </a:lvl1pPr>
            <a:lvl2pPr indent="-361950" lvl="1" marL="914400" rtl="0">
              <a:spcBef>
                <a:spcPts val="560"/>
              </a:spcBef>
              <a:spcAft>
                <a:spcPts val="0"/>
              </a:spcAft>
              <a:buClr>
                <a:schemeClr val="lt2"/>
              </a:buClr>
              <a:buSzPts val="2100"/>
              <a:buChar char="–"/>
              <a:defRPr>
                <a:solidFill>
                  <a:schemeClr val="lt2"/>
                </a:solidFill>
              </a:defRPr>
            </a:lvl2pPr>
            <a:lvl3pPr indent="-361950" lvl="2" marL="1371600" rtl="0">
              <a:spcBef>
                <a:spcPts val="480"/>
              </a:spcBef>
              <a:spcAft>
                <a:spcPts val="0"/>
              </a:spcAft>
              <a:buClr>
                <a:schemeClr val="lt2"/>
              </a:buClr>
              <a:buSzPts val="2100"/>
              <a:buChar char="•"/>
              <a:defRPr>
                <a:solidFill>
                  <a:schemeClr val="lt2"/>
                </a:solidFill>
              </a:defRPr>
            </a:lvl3pPr>
            <a:lvl4pPr indent="-361950" lvl="3" marL="1828800" rtl="0">
              <a:spcBef>
                <a:spcPts val="400"/>
              </a:spcBef>
              <a:spcAft>
                <a:spcPts val="0"/>
              </a:spcAft>
              <a:buClr>
                <a:schemeClr val="lt2"/>
              </a:buClr>
              <a:buSzPts val="2100"/>
              <a:buChar char="–"/>
              <a:defRPr>
                <a:solidFill>
                  <a:schemeClr val="lt2"/>
                </a:solidFill>
              </a:defRPr>
            </a:lvl4pPr>
            <a:lvl5pPr indent="-361950" lvl="4" marL="2286000" rtl="0">
              <a:spcBef>
                <a:spcPts val="400"/>
              </a:spcBef>
              <a:spcAft>
                <a:spcPts val="0"/>
              </a:spcAft>
              <a:buClr>
                <a:schemeClr val="lt2"/>
              </a:buClr>
              <a:buSzPts val="2100"/>
              <a:buChar char="»"/>
              <a:defRPr>
                <a:solidFill>
                  <a:schemeClr val="lt2"/>
                </a:solidFill>
              </a:defRPr>
            </a:lvl5pPr>
            <a:lvl6pPr indent="-361950" lvl="5" marL="2743200" rtl="0">
              <a:spcBef>
                <a:spcPts val="400"/>
              </a:spcBef>
              <a:spcAft>
                <a:spcPts val="0"/>
              </a:spcAft>
              <a:buClr>
                <a:schemeClr val="lt2"/>
              </a:buClr>
              <a:buSzPts val="2100"/>
              <a:buChar char="•"/>
              <a:defRPr>
                <a:solidFill>
                  <a:schemeClr val="lt2"/>
                </a:solidFill>
              </a:defRPr>
            </a:lvl6pPr>
            <a:lvl7pPr indent="-361950" lvl="6" marL="3200400" rtl="0">
              <a:spcBef>
                <a:spcPts val="400"/>
              </a:spcBef>
              <a:spcAft>
                <a:spcPts val="0"/>
              </a:spcAft>
              <a:buClr>
                <a:schemeClr val="lt2"/>
              </a:buClr>
              <a:buSzPts val="2100"/>
              <a:buChar char="•"/>
              <a:defRPr>
                <a:solidFill>
                  <a:schemeClr val="lt2"/>
                </a:solidFill>
              </a:defRPr>
            </a:lvl7pPr>
            <a:lvl8pPr indent="-361950" lvl="7" marL="3657600" rtl="0">
              <a:spcBef>
                <a:spcPts val="400"/>
              </a:spcBef>
              <a:spcAft>
                <a:spcPts val="0"/>
              </a:spcAft>
              <a:buClr>
                <a:schemeClr val="lt2"/>
              </a:buClr>
              <a:buSzPts val="2100"/>
              <a:buChar char="•"/>
              <a:defRPr>
                <a:solidFill>
                  <a:schemeClr val="lt2"/>
                </a:solidFill>
              </a:defRPr>
            </a:lvl8pPr>
            <a:lvl9pPr indent="-361950" lvl="8" marL="4114800" rtl="0">
              <a:spcBef>
                <a:spcPts val="400"/>
              </a:spcBef>
              <a:spcAft>
                <a:spcPts val="0"/>
              </a:spcAft>
              <a:buClr>
                <a:schemeClr val="lt2"/>
              </a:buClr>
              <a:buSzPts val="2100"/>
              <a:buChar char="•"/>
              <a:defRPr>
                <a:solidFill>
                  <a:schemeClr val="lt2"/>
                </a:solidFill>
              </a:defRPr>
            </a:lvl9pPr>
          </a:lstStyle>
          <a:p/>
        </p:txBody>
      </p:sp>
      <p:sp>
        <p:nvSpPr>
          <p:cNvPr id="133" name="Google Shape;133;p7"/>
          <p:cNvSpPr txBox="1"/>
          <p:nvPr>
            <p:ph idx="3" type="body"/>
          </p:nvPr>
        </p:nvSpPr>
        <p:spPr>
          <a:xfrm>
            <a:off x="12617438" y="817225"/>
            <a:ext cx="5019600" cy="362100"/>
          </a:xfrm>
          <a:prstGeom prst="rect">
            <a:avLst/>
          </a:prstGeom>
        </p:spPr>
        <p:txBody>
          <a:bodyPr anchorCtr="0" anchor="t" bIns="0" lIns="0" spcFirstLastPara="1" rIns="0" wrap="square" tIns="0">
            <a:noAutofit/>
          </a:bodyPr>
          <a:lstStyle>
            <a:lvl1pPr indent="-361950" lvl="0" marL="457200" rtl="0" algn="r">
              <a:spcBef>
                <a:spcPts val="640"/>
              </a:spcBef>
              <a:spcAft>
                <a:spcPts val="0"/>
              </a:spcAft>
              <a:buClr>
                <a:schemeClr val="lt2"/>
              </a:buClr>
              <a:buSzPts val="2100"/>
              <a:buChar char="•"/>
              <a:defRPr b="0" sz="2100">
                <a:solidFill>
                  <a:schemeClr val="lt2"/>
                </a:solidFill>
              </a:defRPr>
            </a:lvl1pPr>
            <a:lvl2pPr indent="-361950" lvl="1" marL="914400" rtl="0" algn="r">
              <a:spcBef>
                <a:spcPts val="560"/>
              </a:spcBef>
              <a:spcAft>
                <a:spcPts val="0"/>
              </a:spcAft>
              <a:buClr>
                <a:schemeClr val="lt2"/>
              </a:buClr>
              <a:buSzPts val="2100"/>
              <a:buChar char="–"/>
              <a:defRPr>
                <a:solidFill>
                  <a:schemeClr val="lt2"/>
                </a:solidFill>
              </a:defRPr>
            </a:lvl2pPr>
            <a:lvl3pPr indent="-361950" lvl="2" marL="1371600" rtl="0" algn="r">
              <a:spcBef>
                <a:spcPts val="480"/>
              </a:spcBef>
              <a:spcAft>
                <a:spcPts val="0"/>
              </a:spcAft>
              <a:buClr>
                <a:schemeClr val="lt2"/>
              </a:buClr>
              <a:buSzPts val="2100"/>
              <a:buChar char="•"/>
              <a:defRPr>
                <a:solidFill>
                  <a:schemeClr val="lt2"/>
                </a:solidFill>
              </a:defRPr>
            </a:lvl3pPr>
            <a:lvl4pPr indent="-361950" lvl="3" marL="1828800" rtl="0" algn="r">
              <a:spcBef>
                <a:spcPts val="400"/>
              </a:spcBef>
              <a:spcAft>
                <a:spcPts val="0"/>
              </a:spcAft>
              <a:buClr>
                <a:schemeClr val="lt2"/>
              </a:buClr>
              <a:buSzPts val="2100"/>
              <a:buChar char="–"/>
              <a:defRPr>
                <a:solidFill>
                  <a:schemeClr val="lt2"/>
                </a:solidFill>
              </a:defRPr>
            </a:lvl4pPr>
            <a:lvl5pPr indent="-361950" lvl="4" marL="2286000" rtl="0" algn="r">
              <a:spcBef>
                <a:spcPts val="400"/>
              </a:spcBef>
              <a:spcAft>
                <a:spcPts val="0"/>
              </a:spcAft>
              <a:buClr>
                <a:schemeClr val="lt2"/>
              </a:buClr>
              <a:buSzPts val="2100"/>
              <a:buChar char="»"/>
              <a:defRPr>
                <a:solidFill>
                  <a:schemeClr val="lt2"/>
                </a:solidFill>
              </a:defRPr>
            </a:lvl5pPr>
            <a:lvl6pPr indent="-361950" lvl="5" marL="2743200" rtl="0" algn="r">
              <a:spcBef>
                <a:spcPts val="400"/>
              </a:spcBef>
              <a:spcAft>
                <a:spcPts val="0"/>
              </a:spcAft>
              <a:buClr>
                <a:schemeClr val="lt2"/>
              </a:buClr>
              <a:buSzPts val="2100"/>
              <a:buChar char="•"/>
              <a:defRPr>
                <a:solidFill>
                  <a:schemeClr val="lt2"/>
                </a:solidFill>
              </a:defRPr>
            </a:lvl6pPr>
            <a:lvl7pPr indent="-361950" lvl="6" marL="3200400" rtl="0" algn="r">
              <a:spcBef>
                <a:spcPts val="400"/>
              </a:spcBef>
              <a:spcAft>
                <a:spcPts val="0"/>
              </a:spcAft>
              <a:buClr>
                <a:schemeClr val="lt2"/>
              </a:buClr>
              <a:buSzPts val="2100"/>
              <a:buChar char="•"/>
              <a:defRPr>
                <a:solidFill>
                  <a:schemeClr val="lt2"/>
                </a:solidFill>
              </a:defRPr>
            </a:lvl7pPr>
            <a:lvl8pPr indent="-361950" lvl="7" marL="3657600" rtl="0" algn="r">
              <a:spcBef>
                <a:spcPts val="400"/>
              </a:spcBef>
              <a:spcAft>
                <a:spcPts val="0"/>
              </a:spcAft>
              <a:buClr>
                <a:schemeClr val="lt2"/>
              </a:buClr>
              <a:buSzPts val="2100"/>
              <a:buChar char="•"/>
              <a:defRPr>
                <a:solidFill>
                  <a:schemeClr val="lt2"/>
                </a:solidFill>
              </a:defRPr>
            </a:lvl8pPr>
            <a:lvl9pPr indent="-361950" lvl="8" marL="4114800" rtl="0" algn="r">
              <a:spcBef>
                <a:spcPts val="400"/>
              </a:spcBef>
              <a:spcAft>
                <a:spcPts val="0"/>
              </a:spcAft>
              <a:buClr>
                <a:schemeClr val="lt2"/>
              </a:buClr>
              <a:buSzPts val="2100"/>
              <a:buChar char="•"/>
              <a:defRPr>
                <a:solidFill>
                  <a:schemeClr val="lt2"/>
                </a:solidFill>
              </a:defRPr>
            </a:lvl9pPr>
          </a:lstStyle>
          <a:p/>
        </p:txBody>
      </p:sp>
      <p:sp>
        <p:nvSpPr>
          <p:cNvPr id="134" name="Google Shape;134;p7"/>
          <p:cNvSpPr txBox="1"/>
          <p:nvPr>
            <p:ph type="title"/>
          </p:nvPr>
        </p:nvSpPr>
        <p:spPr>
          <a:xfrm>
            <a:off x="670025" y="3061275"/>
            <a:ext cx="9120900" cy="1259700"/>
          </a:xfrm>
          <a:prstGeom prst="rect">
            <a:avLst/>
          </a:prstGeom>
        </p:spPr>
        <p:txBody>
          <a:bodyPr anchorCtr="0" anchor="t" bIns="0" lIns="0" spcFirstLastPara="1" rIns="0" wrap="square" tIns="0">
            <a:noAutofit/>
          </a:bodyPr>
          <a:lstStyle>
            <a:lvl1pPr lvl="0">
              <a:spcBef>
                <a:spcPts val="0"/>
              </a:spcBef>
              <a:spcAft>
                <a:spcPts val="0"/>
              </a:spcAft>
              <a:buSzPts val="11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7"/>
          <p:cNvSpPr txBox="1"/>
          <p:nvPr>
            <p:ph idx="4" type="body"/>
          </p:nvPr>
        </p:nvSpPr>
        <p:spPr>
          <a:xfrm>
            <a:off x="744325" y="5466050"/>
            <a:ext cx="8187600" cy="2276400"/>
          </a:xfrm>
          <a:prstGeom prst="rect">
            <a:avLst/>
          </a:prstGeom>
        </p:spPr>
        <p:txBody>
          <a:bodyPr anchorCtr="0" anchor="t" bIns="0" lIns="0" spcFirstLastPara="1" rIns="0" wrap="square" tIns="0">
            <a:noAutofit/>
          </a:bodyPr>
          <a:lstStyle>
            <a:lvl1pPr indent="-361950" lvl="0" marL="457200">
              <a:spcBef>
                <a:spcPts val="640"/>
              </a:spcBef>
              <a:spcAft>
                <a:spcPts val="0"/>
              </a:spcAft>
              <a:buSzPts val="2100"/>
              <a:buChar char="•"/>
              <a:defRPr b="0" sz="2100"/>
            </a:lvl1pPr>
            <a:lvl2pPr indent="-361950" lvl="1" marL="914400">
              <a:spcBef>
                <a:spcPts val="560"/>
              </a:spcBef>
              <a:spcAft>
                <a:spcPts val="0"/>
              </a:spcAft>
              <a:buSzPts val="2100"/>
              <a:buChar char="–"/>
              <a:defRPr/>
            </a:lvl2pPr>
            <a:lvl3pPr indent="-361950" lvl="2" marL="1371600">
              <a:spcBef>
                <a:spcPts val="480"/>
              </a:spcBef>
              <a:spcAft>
                <a:spcPts val="0"/>
              </a:spcAft>
              <a:buSzPts val="2100"/>
              <a:buChar char="•"/>
              <a:defRPr/>
            </a:lvl3pPr>
            <a:lvl4pPr indent="-361950" lvl="3" marL="1828800">
              <a:spcBef>
                <a:spcPts val="400"/>
              </a:spcBef>
              <a:spcAft>
                <a:spcPts val="0"/>
              </a:spcAft>
              <a:buSzPts val="2100"/>
              <a:buChar char="–"/>
              <a:defRPr/>
            </a:lvl4pPr>
            <a:lvl5pPr indent="-361950" lvl="4" marL="2286000">
              <a:spcBef>
                <a:spcPts val="400"/>
              </a:spcBef>
              <a:spcAft>
                <a:spcPts val="0"/>
              </a:spcAft>
              <a:buSzPts val="2100"/>
              <a:buChar char="»"/>
              <a:defRPr/>
            </a:lvl5pPr>
            <a:lvl6pPr indent="-361950" lvl="5" marL="2743200">
              <a:spcBef>
                <a:spcPts val="400"/>
              </a:spcBef>
              <a:spcAft>
                <a:spcPts val="0"/>
              </a:spcAft>
              <a:buSzPts val="2100"/>
              <a:buChar char="•"/>
              <a:defRPr/>
            </a:lvl6pPr>
            <a:lvl7pPr indent="-361950" lvl="6" marL="3200400">
              <a:spcBef>
                <a:spcPts val="400"/>
              </a:spcBef>
              <a:spcAft>
                <a:spcPts val="0"/>
              </a:spcAft>
              <a:buSzPts val="2100"/>
              <a:buChar char="•"/>
              <a:defRPr/>
            </a:lvl7pPr>
            <a:lvl8pPr indent="-361950" lvl="7" marL="3657600">
              <a:spcBef>
                <a:spcPts val="400"/>
              </a:spcBef>
              <a:spcAft>
                <a:spcPts val="0"/>
              </a:spcAft>
              <a:buSzPts val="2100"/>
              <a:buChar char="•"/>
              <a:defRPr/>
            </a:lvl8pPr>
            <a:lvl9pPr indent="-361950" lvl="8" marL="4114800">
              <a:spcBef>
                <a:spcPts val="400"/>
              </a:spcBef>
              <a:spcAft>
                <a:spcPts val="0"/>
              </a:spcAft>
              <a:buSzPts val="2100"/>
              <a:buChar char="•"/>
              <a:defRPr/>
            </a:lvl9pPr>
          </a:lstStyle>
          <a:p/>
        </p:txBody>
      </p:sp>
      <p:sp>
        <p:nvSpPr>
          <p:cNvPr id="136" name="Google Shape;136;p7"/>
          <p:cNvSpPr txBox="1"/>
          <p:nvPr/>
        </p:nvSpPr>
        <p:spPr>
          <a:xfrm>
            <a:off x="8741225" y="9016050"/>
            <a:ext cx="763500" cy="3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chemeClr val="dk1"/>
                </a:solidFill>
                <a:latin typeface="Playfair Display"/>
                <a:ea typeface="Playfair Display"/>
                <a:cs typeface="Playfair Display"/>
                <a:sym typeface="Playfair Display"/>
              </a:rPr>
              <a:t>00</a:t>
            </a:r>
            <a:endParaRPr b="1" sz="2400">
              <a:solidFill>
                <a:schemeClr val="lt2"/>
              </a:solidFill>
              <a:latin typeface="Playfair Display"/>
              <a:ea typeface="Playfair Display"/>
              <a:cs typeface="Playfair Display"/>
              <a:sym typeface="Playfair Display"/>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USTOM">
    <p:spTree>
      <p:nvGrpSpPr>
        <p:cNvPr id="137" name="Shape 137"/>
        <p:cNvGrpSpPr/>
        <p:nvPr/>
      </p:nvGrpSpPr>
      <p:grpSpPr>
        <a:xfrm>
          <a:off x="0" y="0"/>
          <a:ext cx="0" cy="0"/>
          <a:chOff x="0" y="0"/>
          <a:chExt cx="0" cy="0"/>
        </a:xfrm>
      </p:grpSpPr>
      <p:grpSp>
        <p:nvGrpSpPr>
          <p:cNvPr id="138" name="Google Shape;138;p8"/>
          <p:cNvGrpSpPr/>
          <p:nvPr/>
        </p:nvGrpSpPr>
        <p:grpSpPr>
          <a:xfrm>
            <a:off x="0" y="-180827"/>
            <a:ext cx="18288118" cy="866149"/>
            <a:chOff x="0" y="-47625"/>
            <a:chExt cx="4816592" cy="228120"/>
          </a:xfrm>
        </p:grpSpPr>
        <p:sp>
          <p:nvSpPr>
            <p:cNvPr id="139" name="Google Shape;139;p8"/>
            <p:cNvSpPr/>
            <p:nvPr/>
          </p:nvSpPr>
          <p:spPr>
            <a:xfrm>
              <a:off x="0" y="0"/>
              <a:ext cx="4816592" cy="180495"/>
            </a:xfrm>
            <a:custGeom>
              <a:rect b="b" l="l" r="r" t="t"/>
              <a:pathLst>
                <a:path extrusionOk="0" h="180495" w="4816592">
                  <a:moveTo>
                    <a:pt x="0" y="0"/>
                  </a:moveTo>
                  <a:lnTo>
                    <a:pt x="4816592" y="0"/>
                  </a:lnTo>
                  <a:lnTo>
                    <a:pt x="4816592" y="180495"/>
                  </a:lnTo>
                  <a:lnTo>
                    <a:pt x="0" y="180495"/>
                  </a:lnTo>
                  <a:close/>
                </a:path>
              </a:pathLst>
            </a:custGeom>
            <a:solidFill>
              <a:srgbClr val="333333"/>
            </a:solidFill>
            <a:ln>
              <a:noFill/>
            </a:ln>
          </p:spPr>
        </p:sp>
        <p:sp>
          <p:nvSpPr>
            <p:cNvPr id="140" name="Google Shape;140;p8"/>
            <p:cNvSpPr txBox="1"/>
            <p:nvPr/>
          </p:nvSpPr>
          <p:spPr>
            <a:xfrm>
              <a:off x="0" y="-47625"/>
              <a:ext cx="4816500" cy="22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1" name="Google Shape;141;p8"/>
          <p:cNvGrpSpPr/>
          <p:nvPr/>
        </p:nvGrpSpPr>
        <p:grpSpPr>
          <a:xfrm>
            <a:off x="0" y="0"/>
            <a:ext cx="18288118" cy="10287066"/>
            <a:chOff x="0" y="0"/>
            <a:chExt cx="4816592" cy="2709333"/>
          </a:xfrm>
        </p:grpSpPr>
        <p:sp>
          <p:nvSpPr>
            <p:cNvPr id="142" name="Google Shape;142;p8"/>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000000">
                <a:alpha val="0"/>
              </a:srgbClr>
            </a:solidFill>
            <a:ln cap="sq" cmpd="sng" w="19050">
              <a:solidFill>
                <a:srgbClr val="000000"/>
              </a:solidFill>
              <a:prstDash val="solid"/>
              <a:miter lim="8000"/>
              <a:headEnd len="sm" w="sm" type="none"/>
              <a:tailEnd len="sm" w="sm" type="none"/>
            </a:ln>
          </p:spPr>
        </p:sp>
        <p:sp>
          <p:nvSpPr>
            <p:cNvPr id="143" name="Google Shape;143;p8"/>
            <p:cNvSpPr txBox="1"/>
            <p:nvPr/>
          </p:nvSpPr>
          <p:spPr>
            <a:xfrm>
              <a:off x="0" y="0"/>
              <a:ext cx="4816500" cy="2709300"/>
            </a:xfrm>
            <a:prstGeom prst="rect">
              <a:avLst/>
            </a:prstGeom>
            <a:noFill/>
            <a:ln>
              <a:noFill/>
            </a:ln>
          </p:spPr>
          <p:txBody>
            <a:bodyPr anchorCtr="0" anchor="ctr" bIns="50800" lIns="50800" spcFirstLastPara="1" rIns="50800" wrap="square" tIns="50800">
              <a:noAutofit/>
            </a:bodyPr>
            <a:lstStyle/>
            <a:p>
              <a:pPr indent="0" lvl="0" marL="0" marR="0" rtl="0" algn="l">
                <a:lnSpc>
                  <a:spcPct val="73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44" name="Google Shape;144;p8"/>
          <p:cNvCxnSpPr/>
          <p:nvPr/>
        </p:nvCxnSpPr>
        <p:spPr>
          <a:xfrm>
            <a:off x="-19050" y="6033520"/>
            <a:ext cx="18307200" cy="0"/>
          </a:xfrm>
          <a:prstGeom prst="straightConnector1">
            <a:avLst/>
          </a:prstGeom>
          <a:noFill/>
          <a:ln cap="flat" cmpd="sng" w="19050">
            <a:solidFill>
              <a:srgbClr val="333333"/>
            </a:solidFill>
            <a:prstDash val="solid"/>
            <a:round/>
            <a:headEnd len="sm" w="sm" type="none"/>
            <a:tailEnd len="sm" w="sm" type="none"/>
          </a:ln>
        </p:spPr>
      </p:cxnSp>
      <p:cxnSp>
        <p:nvCxnSpPr>
          <p:cNvPr id="145" name="Google Shape;145;p8"/>
          <p:cNvCxnSpPr/>
          <p:nvPr/>
        </p:nvCxnSpPr>
        <p:spPr>
          <a:xfrm>
            <a:off x="0" y="9525"/>
            <a:ext cx="18288000" cy="0"/>
          </a:xfrm>
          <a:prstGeom prst="straightConnector1">
            <a:avLst/>
          </a:prstGeom>
          <a:noFill/>
          <a:ln cap="flat" cmpd="sng" w="19050">
            <a:solidFill>
              <a:srgbClr val="333333"/>
            </a:solidFill>
            <a:prstDash val="solid"/>
            <a:round/>
            <a:headEnd len="sm" w="sm" type="none"/>
            <a:tailEnd len="sm" w="sm" type="none"/>
          </a:ln>
        </p:spPr>
      </p:cxnSp>
      <p:sp>
        <p:nvSpPr>
          <p:cNvPr id="146" name="Google Shape;146;p8"/>
          <p:cNvSpPr/>
          <p:nvPr>
            <p:ph idx="2" type="pic"/>
          </p:nvPr>
        </p:nvSpPr>
        <p:spPr>
          <a:xfrm>
            <a:off x="-19075" y="690900"/>
            <a:ext cx="18288000" cy="5322000"/>
          </a:xfrm>
          <a:prstGeom prst="rect">
            <a:avLst/>
          </a:prstGeom>
          <a:noFill/>
          <a:ln>
            <a:noFill/>
          </a:ln>
        </p:spPr>
      </p:sp>
      <p:cxnSp>
        <p:nvCxnSpPr>
          <p:cNvPr id="147" name="Google Shape;147;p8"/>
          <p:cNvCxnSpPr/>
          <p:nvPr/>
        </p:nvCxnSpPr>
        <p:spPr>
          <a:xfrm>
            <a:off x="0" y="675792"/>
            <a:ext cx="18288000" cy="0"/>
          </a:xfrm>
          <a:prstGeom prst="straightConnector1">
            <a:avLst/>
          </a:prstGeom>
          <a:noFill/>
          <a:ln cap="flat" cmpd="sng" w="19050">
            <a:solidFill>
              <a:srgbClr val="333333"/>
            </a:solidFill>
            <a:prstDash val="solid"/>
            <a:round/>
            <a:headEnd len="sm" w="sm" type="none"/>
            <a:tailEnd len="sm" w="sm" type="none"/>
          </a:ln>
        </p:spPr>
      </p:cxnSp>
      <p:sp>
        <p:nvSpPr>
          <p:cNvPr id="148" name="Google Shape;148;p8"/>
          <p:cNvSpPr txBox="1"/>
          <p:nvPr>
            <p:ph type="title"/>
          </p:nvPr>
        </p:nvSpPr>
        <p:spPr>
          <a:xfrm>
            <a:off x="190850" y="6244725"/>
            <a:ext cx="17768400" cy="3778800"/>
          </a:xfrm>
          <a:prstGeom prst="rect">
            <a:avLst/>
          </a:prstGeom>
        </p:spPr>
        <p:txBody>
          <a:bodyPr anchorCtr="0" anchor="t" bIns="0" lIns="0" spcFirstLastPara="1" rIns="0" wrap="square" tIns="0">
            <a:noAutofit/>
          </a:bodyPr>
          <a:lstStyle>
            <a:lvl1pPr lvl="0" algn="ctr">
              <a:spcBef>
                <a:spcPts val="0"/>
              </a:spcBef>
              <a:spcAft>
                <a:spcPts val="0"/>
              </a:spcAft>
              <a:buSzPts val="25000"/>
              <a:buNone/>
              <a:defRPr sz="2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8"/>
          <p:cNvSpPr txBox="1"/>
          <p:nvPr>
            <p:ph idx="1" type="body"/>
          </p:nvPr>
        </p:nvSpPr>
        <p:spPr>
          <a:xfrm>
            <a:off x="706150" y="143663"/>
            <a:ext cx="5496600" cy="413100"/>
          </a:xfrm>
          <a:prstGeom prst="rect">
            <a:avLst/>
          </a:prstGeom>
        </p:spPr>
        <p:txBody>
          <a:bodyPr anchorCtr="0" anchor="t" bIns="0" lIns="0" spcFirstLastPara="1" rIns="0" wrap="square" tIns="0">
            <a:noAutofit/>
          </a:bodyPr>
          <a:lstStyle>
            <a:lvl1pPr indent="-361950" lvl="0" marL="457200">
              <a:spcBef>
                <a:spcPts val="640"/>
              </a:spcBef>
              <a:spcAft>
                <a:spcPts val="0"/>
              </a:spcAft>
              <a:buClr>
                <a:srgbClr val="BFCDAC"/>
              </a:buClr>
              <a:buSzPts val="2100"/>
              <a:buChar char="•"/>
              <a:defRPr b="0" sz="2100">
                <a:solidFill>
                  <a:srgbClr val="BFCDAC"/>
                </a:solidFill>
              </a:defRPr>
            </a:lvl1pPr>
            <a:lvl2pPr indent="-361950" lvl="1" marL="914400">
              <a:spcBef>
                <a:spcPts val="560"/>
              </a:spcBef>
              <a:spcAft>
                <a:spcPts val="0"/>
              </a:spcAft>
              <a:buClr>
                <a:schemeClr val="accent1"/>
              </a:buClr>
              <a:buSzPts val="2100"/>
              <a:buChar char="–"/>
              <a:defRPr>
                <a:solidFill>
                  <a:schemeClr val="accent1"/>
                </a:solidFill>
              </a:defRPr>
            </a:lvl2pPr>
            <a:lvl3pPr indent="-361950" lvl="2" marL="1371600">
              <a:spcBef>
                <a:spcPts val="480"/>
              </a:spcBef>
              <a:spcAft>
                <a:spcPts val="0"/>
              </a:spcAft>
              <a:buClr>
                <a:schemeClr val="accent1"/>
              </a:buClr>
              <a:buSzPts val="2100"/>
              <a:buChar char="•"/>
              <a:defRPr>
                <a:solidFill>
                  <a:schemeClr val="accent1"/>
                </a:solidFill>
              </a:defRPr>
            </a:lvl3pPr>
            <a:lvl4pPr indent="-361950" lvl="3" marL="1828800">
              <a:spcBef>
                <a:spcPts val="400"/>
              </a:spcBef>
              <a:spcAft>
                <a:spcPts val="0"/>
              </a:spcAft>
              <a:buClr>
                <a:schemeClr val="accent1"/>
              </a:buClr>
              <a:buSzPts val="2100"/>
              <a:buChar char="–"/>
              <a:defRPr>
                <a:solidFill>
                  <a:schemeClr val="accent1"/>
                </a:solidFill>
              </a:defRPr>
            </a:lvl4pPr>
            <a:lvl5pPr indent="-361950" lvl="4" marL="2286000">
              <a:spcBef>
                <a:spcPts val="400"/>
              </a:spcBef>
              <a:spcAft>
                <a:spcPts val="0"/>
              </a:spcAft>
              <a:buClr>
                <a:schemeClr val="accent1"/>
              </a:buClr>
              <a:buSzPts val="2100"/>
              <a:buChar char="»"/>
              <a:defRPr>
                <a:solidFill>
                  <a:schemeClr val="accent1"/>
                </a:solidFill>
              </a:defRPr>
            </a:lvl5pPr>
            <a:lvl6pPr indent="-361950" lvl="5" marL="2743200">
              <a:spcBef>
                <a:spcPts val="400"/>
              </a:spcBef>
              <a:spcAft>
                <a:spcPts val="0"/>
              </a:spcAft>
              <a:buClr>
                <a:schemeClr val="accent1"/>
              </a:buClr>
              <a:buSzPts val="2100"/>
              <a:buChar char="•"/>
              <a:defRPr>
                <a:solidFill>
                  <a:schemeClr val="accent1"/>
                </a:solidFill>
              </a:defRPr>
            </a:lvl6pPr>
            <a:lvl7pPr indent="-361950" lvl="6" marL="3200400">
              <a:spcBef>
                <a:spcPts val="400"/>
              </a:spcBef>
              <a:spcAft>
                <a:spcPts val="0"/>
              </a:spcAft>
              <a:buClr>
                <a:schemeClr val="accent1"/>
              </a:buClr>
              <a:buSzPts val="2100"/>
              <a:buChar char="•"/>
              <a:defRPr>
                <a:solidFill>
                  <a:schemeClr val="accent1"/>
                </a:solidFill>
              </a:defRPr>
            </a:lvl7pPr>
            <a:lvl8pPr indent="-361950" lvl="7" marL="3657600">
              <a:spcBef>
                <a:spcPts val="400"/>
              </a:spcBef>
              <a:spcAft>
                <a:spcPts val="0"/>
              </a:spcAft>
              <a:buClr>
                <a:schemeClr val="accent1"/>
              </a:buClr>
              <a:buSzPts val="2100"/>
              <a:buChar char="•"/>
              <a:defRPr>
                <a:solidFill>
                  <a:schemeClr val="accent1"/>
                </a:solidFill>
              </a:defRPr>
            </a:lvl8pPr>
            <a:lvl9pPr indent="-361950" lvl="8" marL="4114800">
              <a:spcBef>
                <a:spcPts val="400"/>
              </a:spcBef>
              <a:spcAft>
                <a:spcPts val="0"/>
              </a:spcAft>
              <a:buClr>
                <a:schemeClr val="accent1"/>
              </a:buClr>
              <a:buSzPts val="2100"/>
              <a:buChar char="•"/>
              <a:defRPr>
                <a:solidFill>
                  <a:schemeClr val="accent1"/>
                </a:solidFill>
              </a:defRPr>
            </a:lvl9pPr>
          </a:lstStyle>
          <a:p/>
        </p:txBody>
      </p:sp>
      <p:sp>
        <p:nvSpPr>
          <p:cNvPr id="150" name="Google Shape;150;p8"/>
          <p:cNvSpPr txBox="1"/>
          <p:nvPr>
            <p:ph idx="3" type="body"/>
          </p:nvPr>
        </p:nvSpPr>
        <p:spPr>
          <a:xfrm>
            <a:off x="12653575" y="194675"/>
            <a:ext cx="5019600" cy="362100"/>
          </a:xfrm>
          <a:prstGeom prst="rect">
            <a:avLst/>
          </a:prstGeom>
        </p:spPr>
        <p:txBody>
          <a:bodyPr anchorCtr="0" anchor="t" bIns="0" lIns="0" spcFirstLastPara="1" rIns="0" wrap="square" tIns="0">
            <a:noAutofit/>
          </a:bodyPr>
          <a:lstStyle>
            <a:lvl1pPr indent="-361950" lvl="0" marL="457200" algn="r">
              <a:spcBef>
                <a:spcPts val="640"/>
              </a:spcBef>
              <a:spcAft>
                <a:spcPts val="0"/>
              </a:spcAft>
              <a:buClr>
                <a:schemeClr val="accent1"/>
              </a:buClr>
              <a:buSzPts val="2100"/>
              <a:buChar char="•"/>
              <a:defRPr b="0" sz="2100">
                <a:solidFill>
                  <a:schemeClr val="accent1"/>
                </a:solidFill>
              </a:defRPr>
            </a:lvl1pPr>
            <a:lvl2pPr indent="-361950" lvl="1" marL="914400" algn="r">
              <a:spcBef>
                <a:spcPts val="560"/>
              </a:spcBef>
              <a:spcAft>
                <a:spcPts val="0"/>
              </a:spcAft>
              <a:buClr>
                <a:schemeClr val="accent1"/>
              </a:buClr>
              <a:buSzPts val="2100"/>
              <a:buChar char="–"/>
              <a:defRPr>
                <a:solidFill>
                  <a:schemeClr val="accent1"/>
                </a:solidFill>
              </a:defRPr>
            </a:lvl2pPr>
            <a:lvl3pPr indent="-361950" lvl="2" marL="1371600" algn="r">
              <a:spcBef>
                <a:spcPts val="480"/>
              </a:spcBef>
              <a:spcAft>
                <a:spcPts val="0"/>
              </a:spcAft>
              <a:buClr>
                <a:schemeClr val="accent1"/>
              </a:buClr>
              <a:buSzPts val="2100"/>
              <a:buChar char="•"/>
              <a:defRPr>
                <a:solidFill>
                  <a:schemeClr val="accent1"/>
                </a:solidFill>
              </a:defRPr>
            </a:lvl3pPr>
            <a:lvl4pPr indent="-361950" lvl="3" marL="1828800" algn="r">
              <a:spcBef>
                <a:spcPts val="400"/>
              </a:spcBef>
              <a:spcAft>
                <a:spcPts val="0"/>
              </a:spcAft>
              <a:buClr>
                <a:schemeClr val="accent1"/>
              </a:buClr>
              <a:buSzPts val="2100"/>
              <a:buChar char="–"/>
              <a:defRPr>
                <a:solidFill>
                  <a:schemeClr val="accent1"/>
                </a:solidFill>
              </a:defRPr>
            </a:lvl4pPr>
            <a:lvl5pPr indent="-361950" lvl="4" marL="2286000" algn="r">
              <a:spcBef>
                <a:spcPts val="400"/>
              </a:spcBef>
              <a:spcAft>
                <a:spcPts val="0"/>
              </a:spcAft>
              <a:buClr>
                <a:schemeClr val="accent1"/>
              </a:buClr>
              <a:buSzPts val="2100"/>
              <a:buChar char="»"/>
              <a:defRPr>
                <a:solidFill>
                  <a:schemeClr val="accent1"/>
                </a:solidFill>
              </a:defRPr>
            </a:lvl5pPr>
            <a:lvl6pPr indent="-361950" lvl="5" marL="2743200" algn="r">
              <a:spcBef>
                <a:spcPts val="400"/>
              </a:spcBef>
              <a:spcAft>
                <a:spcPts val="0"/>
              </a:spcAft>
              <a:buClr>
                <a:schemeClr val="accent1"/>
              </a:buClr>
              <a:buSzPts val="2100"/>
              <a:buChar char="•"/>
              <a:defRPr>
                <a:solidFill>
                  <a:schemeClr val="accent1"/>
                </a:solidFill>
              </a:defRPr>
            </a:lvl6pPr>
            <a:lvl7pPr indent="-361950" lvl="6" marL="3200400" algn="r">
              <a:spcBef>
                <a:spcPts val="400"/>
              </a:spcBef>
              <a:spcAft>
                <a:spcPts val="0"/>
              </a:spcAft>
              <a:buClr>
                <a:schemeClr val="accent1"/>
              </a:buClr>
              <a:buSzPts val="2100"/>
              <a:buChar char="•"/>
              <a:defRPr>
                <a:solidFill>
                  <a:schemeClr val="accent1"/>
                </a:solidFill>
              </a:defRPr>
            </a:lvl7pPr>
            <a:lvl8pPr indent="-361950" lvl="7" marL="3657600" algn="r">
              <a:spcBef>
                <a:spcPts val="400"/>
              </a:spcBef>
              <a:spcAft>
                <a:spcPts val="0"/>
              </a:spcAft>
              <a:buClr>
                <a:schemeClr val="accent1"/>
              </a:buClr>
              <a:buSzPts val="2100"/>
              <a:buChar char="•"/>
              <a:defRPr>
                <a:solidFill>
                  <a:schemeClr val="accent1"/>
                </a:solidFill>
              </a:defRPr>
            </a:lvl8pPr>
            <a:lvl9pPr indent="-361950" lvl="8" marL="4114800" algn="r">
              <a:spcBef>
                <a:spcPts val="400"/>
              </a:spcBef>
              <a:spcAft>
                <a:spcPts val="0"/>
              </a:spcAft>
              <a:buClr>
                <a:schemeClr val="accent1"/>
              </a:buClr>
              <a:buSzPts val="2100"/>
              <a:buChar char="•"/>
              <a:defRPr>
                <a:solidFill>
                  <a:schemeClr val="accent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1" name="Shape 151"/>
        <p:cNvGrpSpPr/>
        <p:nvPr/>
      </p:nvGrpSpPr>
      <p:grpSpPr>
        <a:xfrm>
          <a:off x="0" y="0"/>
          <a:ext cx="0" cy="0"/>
          <a:chOff x="0" y="0"/>
          <a:chExt cx="0" cy="0"/>
        </a:xfrm>
      </p:grpSpPr>
      <p:sp>
        <p:nvSpPr>
          <p:cNvPr id="152" name="Google Shape;152;p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p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54" name="Google Shape;154;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7" name="Shape 157"/>
        <p:cNvGrpSpPr/>
        <p:nvPr/>
      </p:nvGrpSpPr>
      <p:grpSpPr>
        <a:xfrm>
          <a:off x="0" y="0"/>
          <a:ext cx="0" cy="0"/>
          <a:chOff x="0" y="0"/>
          <a:chExt cx="0" cy="0"/>
        </a:xfrm>
      </p:grpSpPr>
      <p:sp>
        <p:nvSpPr>
          <p:cNvPr id="158" name="Google Shape;158;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0" name="Google Shape;160;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3" name="Shape 163"/>
        <p:cNvGrpSpPr/>
        <p:nvPr/>
      </p:nvGrpSpPr>
      <p:grpSpPr>
        <a:xfrm>
          <a:off x="0" y="0"/>
          <a:ext cx="0" cy="0"/>
          <a:chOff x="0" y="0"/>
          <a:chExt cx="0" cy="0"/>
        </a:xfrm>
      </p:grpSpPr>
      <p:sp>
        <p:nvSpPr>
          <p:cNvPr id="164" name="Google Shape;164;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5" name="Google Shape;165;p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66" name="Google Shape;166;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9" name="Shape 169"/>
        <p:cNvGrpSpPr/>
        <p:nvPr/>
      </p:nvGrpSpPr>
      <p:grpSpPr>
        <a:xfrm>
          <a:off x="0" y="0"/>
          <a:ext cx="0" cy="0"/>
          <a:chOff x="0" y="0"/>
          <a:chExt cx="0" cy="0"/>
        </a:xfrm>
      </p:grpSpPr>
      <p:sp>
        <p:nvSpPr>
          <p:cNvPr id="170" name="Google Shape;170;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 name="Google Shape;171;p1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72" name="Google Shape;172;p1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73" name="Google Shape;173;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6" name="Shape 176"/>
        <p:cNvGrpSpPr/>
        <p:nvPr/>
      </p:nvGrpSpPr>
      <p:grpSpPr>
        <a:xfrm>
          <a:off x="0" y="0"/>
          <a:ext cx="0" cy="0"/>
          <a:chOff x="0" y="0"/>
          <a:chExt cx="0" cy="0"/>
        </a:xfrm>
      </p:grpSpPr>
      <p:sp>
        <p:nvSpPr>
          <p:cNvPr id="177" name="Google Shape;177;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8" name="Google Shape;178;p1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79" name="Google Shape;179;p1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80" name="Google Shape;180;p1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81" name="Google Shape;181;p1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82" name="Google Shape;18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5" name="Shape 185"/>
        <p:cNvGrpSpPr/>
        <p:nvPr/>
      </p:nvGrpSpPr>
      <p:grpSpPr>
        <a:xfrm>
          <a:off x="0" y="0"/>
          <a:ext cx="0" cy="0"/>
          <a:chOff x="0" y="0"/>
          <a:chExt cx="0" cy="0"/>
        </a:xfrm>
      </p:grpSpPr>
      <p:sp>
        <p:nvSpPr>
          <p:cNvPr id="186" name="Google Shape;18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0" name="Shape 190"/>
        <p:cNvGrpSpPr/>
        <p:nvPr/>
      </p:nvGrpSpPr>
      <p:grpSpPr>
        <a:xfrm>
          <a:off x="0" y="0"/>
          <a:ext cx="0" cy="0"/>
          <a:chOff x="0" y="0"/>
          <a:chExt cx="0" cy="0"/>
        </a:xfrm>
      </p:grpSpPr>
      <p:sp>
        <p:nvSpPr>
          <p:cNvPr id="191" name="Google Shape;191;p1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1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93" name="Google Shape;193;p1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94" name="Google Shape;19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6" name="Google Shape;19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97" name="Shape 197"/>
        <p:cNvGrpSpPr/>
        <p:nvPr/>
      </p:nvGrpSpPr>
      <p:grpSpPr>
        <a:xfrm>
          <a:off x="0" y="0"/>
          <a:ext cx="0" cy="0"/>
          <a:chOff x="0" y="0"/>
          <a:chExt cx="0" cy="0"/>
        </a:xfrm>
      </p:grpSpPr>
      <p:sp>
        <p:nvSpPr>
          <p:cNvPr id="198" name="Google Shape;198;p1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9" name="Google Shape;199;p16"/>
          <p:cNvSpPr/>
          <p:nvPr>
            <p:ph idx="2" type="pic"/>
          </p:nvPr>
        </p:nvSpPr>
        <p:spPr>
          <a:xfrm>
            <a:off x="1792288" y="612775"/>
            <a:ext cx="5486400" cy="4114800"/>
          </a:xfrm>
          <a:prstGeom prst="rect">
            <a:avLst/>
          </a:prstGeom>
          <a:noFill/>
          <a:ln>
            <a:noFill/>
          </a:ln>
        </p:spPr>
      </p:sp>
      <p:sp>
        <p:nvSpPr>
          <p:cNvPr id="200" name="Google Shape;200;p1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01" name="Google Shape;201;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4" name="Shape 204"/>
        <p:cNvGrpSpPr/>
        <p:nvPr/>
      </p:nvGrpSpPr>
      <p:grpSpPr>
        <a:xfrm>
          <a:off x="0" y="0"/>
          <a:ext cx="0" cy="0"/>
          <a:chOff x="0" y="0"/>
          <a:chExt cx="0" cy="0"/>
        </a:xfrm>
      </p:grpSpPr>
      <p:sp>
        <p:nvSpPr>
          <p:cNvPr id="205" name="Google Shape;205;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p1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7" name="Google Shape;20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0" name="Shape 210"/>
        <p:cNvGrpSpPr/>
        <p:nvPr/>
      </p:nvGrpSpPr>
      <p:grpSpPr>
        <a:xfrm>
          <a:off x="0" y="0"/>
          <a:ext cx="0" cy="0"/>
          <a:chOff x="0" y="0"/>
          <a:chExt cx="0" cy="0"/>
        </a:xfrm>
      </p:grpSpPr>
      <p:sp>
        <p:nvSpPr>
          <p:cNvPr id="211" name="Google Shape;211;p1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1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3" name="Google Shape;213;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 name="Google Shape;214;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0" lIns="0" spcFirstLastPara="1" rIns="0" wrap="square" tIns="0">
            <a:noAutofit/>
          </a:bodyPr>
          <a:lstStyle>
            <a:lvl1pPr lvl="0" marR="0" rtl="0">
              <a:spcBef>
                <a:spcPts val="0"/>
              </a:spcBef>
              <a:spcAft>
                <a:spcPts val="0"/>
              </a:spcAft>
              <a:buClr>
                <a:schemeClr val="dk1"/>
              </a:buClr>
              <a:buSzPts val="11000"/>
              <a:buFont typeface="Six Caps"/>
              <a:buNone/>
              <a:defRPr i="0" sz="11000" u="none" cap="none" strike="noStrike">
                <a:solidFill>
                  <a:schemeClr val="dk1"/>
                </a:solidFill>
                <a:latin typeface="Six Caps"/>
                <a:ea typeface="Six Caps"/>
                <a:cs typeface="Six Caps"/>
                <a:sym typeface="Six Cap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lvl1pPr indent="-431800" lvl="0" marL="457200" marR="0" rtl="0" algn="l">
              <a:spcBef>
                <a:spcPts val="640"/>
              </a:spcBef>
              <a:spcAft>
                <a:spcPts val="0"/>
              </a:spcAft>
              <a:buClr>
                <a:schemeClr val="dk1"/>
              </a:buClr>
              <a:buSzPts val="3200"/>
              <a:buFont typeface="Playfair Display"/>
              <a:buChar char="•"/>
              <a:defRPr b="1" i="0" sz="3200" u="none" cap="none" strike="noStrike">
                <a:solidFill>
                  <a:schemeClr val="dk1"/>
                </a:solidFill>
                <a:latin typeface="Playfair Display"/>
                <a:ea typeface="Playfair Display"/>
                <a:cs typeface="Playfair Display"/>
                <a:sym typeface="Playfair Display"/>
              </a:defRPr>
            </a:lvl1pPr>
            <a:lvl2pPr indent="-361950" lvl="1" marL="914400" marR="0" rtl="0" algn="l">
              <a:spcBef>
                <a:spcPts val="560"/>
              </a:spcBef>
              <a:spcAft>
                <a:spcPts val="0"/>
              </a:spcAft>
              <a:buClr>
                <a:schemeClr val="dk1"/>
              </a:buClr>
              <a:buSzPts val="2100"/>
              <a:buFont typeface="Playfair Display"/>
              <a:buChar char="–"/>
              <a:defRPr i="0" sz="2100" u="none" cap="none" strike="noStrike">
                <a:solidFill>
                  <a:schemeClr val="dk1"/>
                </a:solidFill>
                <a:latin typeface="Playfair Display"/>
                <a:ea typeface="Playfair Display"/>
                <a:cs typeface="Playfair Display"/>
                <a:sym typeface="Playfair Display"/>
              </a:defRPr>
            </a:lvl2pPr>
            <a:lvl3pPr indent="-361950" lvl="2" marL="1371600" marR="0" rtl="0" algn="l">
              <a:spcBef>
                <a:spcPts val="480"/>
              </a:spcBef>
              <a:spcAft>
                <a:spcPts val="0"/>
              </a:spcAft>
              <a:buClr>
                <a:schemeClr val="dk1"/>
              </a:buClr>
              <a:buSzPts val="2100"/>
              <a:buFont typeface="Playfair Display"/>
              <a:buChar char="•"/>
              <a:defRPr i="0" sz="2100" u="none" cap="none" strike="noStrike">
                <a:solidFill>
                  <a:schemeClr val="dk1"/>
                </a:solidFill>
                <a:latin typeface="Playfair Display"/>
                <a:ea typeface="Playfair Display"/>
                <a:cs typeface="Playfair Display"/>
                <a:sym typeface="Playfair Display"/>
              </a:defRPr>
            </a:lvl3pPr>
            <a:lvl4pPr indent="-361950" lvl="3" marL="1828800" marR="0" rtl="0" algn="l">
              <a:spcBef>
                <a:spcPts val="400"/>
              </a:spcBef>
              <a:spcAft>
                <a:spcPts val="0"/>
              </a:spcAft>
              <a:buClr>
                <a:schemeClr val="dk1"/>
              </a:buClr>
              <a:buSzPts val="2100"/>
              <a:buFont typeface="Playfair Display"/>
              <a:buChar char="–"/>
              <a:defRPr i="0" sz="2100" u="none" cap="none" strike="noStrike">
                <a:solidFill>
                  <a:schemeClr val="dk1"/>
                </a:solidFill>
                <a:latin typeface="Playfair Display"/>
                <a:ea typeface="Playfair Display"/>
                <a:cs typeface="Playfair Display"/>
                <a:sym typeface="Playfair Display"/>
              </a:defRPr>
            </a:lvl4pPr>
            <a:lvl5pPr indent="-361950" lvl="4" marL="2286000" marR="0" rtl="0" algn="l">
              <a:spcBef>
                <a:spcPts val="400"/>
              </a:spcBef>
              <a:spcAft>
                <a:spcPts val="0"/>
              </a:spcAft>
              <a:buClr>
                <a:schemeClr val="dk1"/>
              </a:buClr>
              <a:buSzPts val="2100"/>
              <a:buFont typeface="Playfair Display"/>
              <a:buChar char="»"/>
              <a:defRPr i="0" sz="2100" u="none" cap="none" strike="noStrike">
                <a:solidFill>
                  <a:schemeClr val="dk1"/>
                </a:solidFill>
                <a:latin typeface="Playfair Display"/>
                <a:ea typeface="Playfair Display"/>
                <a:cs typeface="Playfair Display"/>
                <a:sym typeface="Playfair Display"/>
              </a:defRPr>
            </a:lvl5pPr>
            <a:lvl6pPr indent="-361950" lvl="5" marL="2743200" marR="0" rtl="0" algn="l">
              <a:spcBef>
                <a:spcPts val="400"/>
              </a:spcBef>
              <a:spcAft>
                <a:spcPts val="0"/>
              </a:spcAft>
              <a:buClr>
                <a:schemeClr val="dk1"/>
              </a:buClr>
              <a:buSzPts val="2100"/>
              <a:buFont typeface="Playfair Display"/>
              <a:buChar char="•"/>
              <a:defRPr i="0" sz="2100" u="none" cap="none" strike="noStrike">
                <a:solidFill>
                  <a:schemeClr val="dk1"/>
                </a:solidFill>
                <a:latin typeface="Playfair Display"/>
                <a:ea typeface="Playfair Display"/>
                <a:cs typeface="Playfair Display"/>
                <a:sym typeface="Playfair Display"/>
              </a:defRPr>
            </a:lvl6pPr>
            <a:lvl7pPr indent="-361950" lvl="6" marL="3200400" marR="0" rtl="0" algn="l">
              <a:spcBef>
                <a:spcPts val="400"/>
              </a:spcBef>
              <a:spcAft>
                <a:spcPts val="0"/>
              </a:spcAft>
              <a:buClr>
                <a:schemeClr val="dk1"/>
              </a:buClr>
              <a:buSzPts val="2100"/>
              <a:buFont typeface="Playfair Display"/>
              <a:buChar char="•"/>
              <a:defRPr i="0" sz="2100" u="none" cap="none" strike="noStrike">
                <a:solidFill>
                  <a:schemeClr val="dk1"/>
                </a:solidFill>
                <a:latin typeface="Playfair Display"/>
                <a:ea typeface="Playfair Display"/>
                <a:cs typeface="Playfair Display"/>
                <a:sym typeface="Playfair Display"/>
              </a:defRPr>
            </a:lvl7pPr>
            <a:lvl8pPr indent="-361950" lvl="7" marL="3657600" marR="0" rtl="0" algn="l">
              <a:spcBef>
                <a:spcPts val="400"/>
              </a:spcBef>
              <a:spcAft>
                <a:spcPts val="0"/>
              </a:spcAft>
              <a:buClr>
                <a:schemeClr val="dk1"/>
              </a:buClr>
              <a:buSzPts val="2100"/>
              <a:buFont typeface="Playfair Display"/>
              <a:buChar char="•"/>
              <a:defRPr i="0" sz="2100" u="none" cap="none" strike="noStrike">
                <a:solidFill>
                  <a:schemeClr val="dk1"/>
                </a:solidFill>
                <a:latin typeface="Playfair Display"/>
                <a:ea typeface="Playfair Display"/>
                <a:cs typeface="Playfair Display"/>
                <a:sym typeface="Playfair Display"/>
              </a:defRPr>
            </a:lvl8pPr>
            <a:lvl9pPr indent="-361950" lvl="8" marL="4114800" marR="0" rtl="0" algn="l">
              <a:spcBef>
                <a:spcPts val="400"/>
              </a:spcBef>
              <a:spcAft>
                <a:spcPts val="0"/>
              </a:spcAft>
              <a:buClr>
                <a:schemeClr val="dk1"/>
              </a:buClr>
              <a:buSzPts val="2100"/>
              <a:buFont typeface="Playfair Display"/>
              <a:buChar char="•"/>
              <a:defRPr i="0" sz="2100" u="none" cap="none" strike="noStrike">
                <a:solidFill>
                  <a:schemeClr val="dk1"/>
                </a:solidFill>
                <a:latin typeface="Playfair Display"/>
                <a:ea typeface="Playfair Display"/>
                <a:cs typeface="Playfair Display"/>
                <a:sym typeface="Playfair Display"/>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0" lIns="0" spcFirstLastPara="1" rIns="0" wrap="square" tIns="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0" lIns="0" spcFirstLastPara="1" rIns="0" wrap="square" tIns="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hyperlink" Target="https://paddy-yield-app.grayflower-d27356cf.malaysiawest.azurecontainerapps.io" TargetMode="External"/><Relationship Id="rId4" Type="http://schemas.openxmlformats.org/officeDocument/2006/relationships/image" Target="../media/image8.png"/><Relationship Id="rId5" Type="http://schemas.openxmlformats.org/officeDocument/2006/relationships/hyperlink" Target="https://paddy-yield-api.grayflower-d27356cf.malaysiawest.azurecontainerapps.io/docs" TargetMode="External"/><Relationship Id="rId6" Type="http://schemas.openxmlformats.org/officeDocument/2006/relationships/image" Target="../media/image9.png"/><Relationship Id="rId7" Type="http://schemas.openxmlformats.org/officeDocument/2006/relationships/hyperlink" Target="https://github.com/Uthpalagit/paddy-yield-prediction-269219J" TargetMode="External"/><Relationship Id="rId8" Type="http://schemas.openxmlformats.org/officeDocument/2006/relationships/hyperlink" Target="https://paddy-yield-prediction-269219j-2wfd9iajbb7ebf2jpuzzgb.streamlit.app"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3E2"/>
        </a:solidFill>
        <a:effectLst/>
      </p:bgPr>
    </p:bg>
    <p:spTree>
      <p:nvGrpSpPr>
        <p:cNvPr id="1" name=""/>
        <p:cNvGrpSpPr/>
        <p:nvPr/>
      </p:nvGrpSpPr>
      <p:grpSpPr/>
      <p:sp>
        <p:nvSpPr>
          <p:cNvPr id="2" name="Rectangle 1"/>
          <p:cNvSpPr/>
          <p:nvPr/>
        </p:nvSpPr>
        <p:spPr>
          <a:xfrm>
            <a:off x="0" y="0"/>
            <a:ext cx="4818888" cy="182880"/>
          </a:xfrm>
          <a:prstGeom prst="rect">
            <a:avLst/>
          </a:prstGeom>
          <a:solidFill>
            <a:srgbClr val="C9D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411480"/>
            <a:ext cx="8229600" cy="548640"/>
          </a:xfrm>
          <a:prstGeom prst="rect">
            <a:avLst/>
          </a:prstGeom>
          <a:noFill/>
        </p:spPr>
        <p:txBody>
          <a:bodyPr wrap="square" lIns="0" rIns="0" tIns="0" bIns="0" anchor="ctr">
            <a:spAutoFit/>
          </a:bodyPr>
          <a:lstStyle/>
          <a:p>
            <a:pPr algn="l">
              <a:lnSpc>
                <a:spcPct val="115000"/>
              </a:lnSpc>
              <a:spcAft>
                <a:spcPts val="0"/>
              </a:spcAft>
            </a:pPr>
            <a:r>
              <a:rPr sz="1400" b="0">
                <a:solidFill>
                  <a:srgbClr val="6B675C"/>
                </a:solidFill>
                <a:latin typeface="Arial"/>
              </a:rPr>
              <a:t>IT 5504 APPLIED MACHINE LEARNING</a:t>
            </a:r>
          </a:p>
        </p:txBody>
      </p:sp>
      <p:sp>
        <p:nvSpPr>
          <p:cNvPr id="4" name="TextBox 3"/>
          <p:cNvSpPr txBox="1"/>
          <p:nvPr/>
        </p:nvSpPr>
        <p:spPr>
          <a:xfrm>
            <a:off x="9144000" y="411480"/>
            <a:ext cx="8138159" cy="548640"/>
          </a:xfrm>
          <a:prstGeom prst="rect">
            <a:avLst/>
          </a:prstGeom>
          <a:noFill/>
        </p:spPr>
        <p:txBody>
          <a:bodyPr wrap="square" lIns="0" rIns="0" tIns="0" bIns="0" anchor="ctr">
            <a:spAutoFit/>
          </a:bodyPr>
          <a:lstStyle/>
          <a:p>
            <a:pPr algn="r">
              <a:lnSpc>
                <a:spcPct val="115000"/>
              </a:lnSpc>
              <a:spcAft>
                <a:spcPts val="0"/>
              </a:spcAft>
            </a:pPr>
            <a:r>
              <a:rPr sz="1400" b="0">
                <a:solidFill>
                  <a:srgbClr val="6B675C"/>
                </a:solidFill>
                <a:latin typeface="Arial"/>
              </a:rPr>
              <a:t>FINAL ASSIGNMENT  |  OCTOBER 2026</a:t>
            </a:r>
          </a:p>
        </p:txBody>
      </p:sp>
      <p:cxnSp>
        <p:nvCxnSpPr>
          <p:cNvPr id="5" name="Connector 4"/>
          <p:cNvCxnSpPr/>
          <p:nvPr/>
        </p:nvCxnSpPr>
        <p:spPr>
          <a:xfrm>
            <a:off x="0" y="1143000"/>
            <a:ext cx="18288000" cy="0"/>
          </a:xfrm>
          <a:prstGeom prst="line">
            <a:avLst/>
          </a:prstGeom>
          <a:ln w="9525">
            <a:solidFill>
              <a:srgbClr val="2F2F2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 y="1737360"/>
            <a:ext cx="9875520" cy="4206240"/>
          </a:xfrm>
          <a:prstGeom prst="rect">
            <a:avLst/>
          </a:prstGeom>
          <a:noFill/>
        </p:spPr>
        <p:txBody>
          <a:bodyPr wrap="square" lIns="0" rIns="0" tIns="0" bIns="0" anchor="t">
            <a:spAutoFit/>
          </a:bodyPr>
          <a:lstStyle/>
          <a:p>
            <a:pPr algn="l">
              <a:lnSpc>
                <a:spcPct val="88000"/>
              </a:lnSpc>
              <a:spcAft>
                <a:spcPts val="0"/>
              </a:spcAft>
            </a:pPr>
            <a:r>
              <a:rPr sz="9600" b="0">
                <a:solidFill>
                  <a:srgbClr val="596548"/>
                </a:solidFill>
                <a:latin typeface="Georgia"/>
              </a:rPr>
              <a:t>PADDY</a:t>
            </a:r>
          </a:p>
          <a:p>
            <a:pPr algn="l">
              <a:lnSpc>
                <a:spcPct val="88000"/>
              </a:lnSpc>
              <a:spcAft>
                <a:spcPts val="0"/>
              </a:spcAft>
            </a:pPr>
            <a:r>
              <a:rPr sz="9600" b="0">
                <a:solidFill>
                  <a:srgbClr val="596548"/>
                </a:solidFill>
                <a:latin typeface="Georgia"/>
              </a:rPr>
              <a:t>YIELD</a:t>
            </a:r>
          </a:p>
          <a:p>
            <a:pPr algn="l">
              <a:lnSpc>
                <a:spcPct val="88000"/>
              </a:lnSpc>
              <a:spcAft>
                <a:spcPts val="0"/>
              </a:spcAft>
            </a:pPr>
            <a:r>
              <a:rPr sz="9600" b="0">
                <a:solidFill>
                  <a:srgbClr val="596548"/>
                </a:solidFill>
                <a:latin typeface="Georgia"/>
              </a:rPr>
              <a:t>PREDICTION</a:t>
            </a:r>
          </a:p>
        </p:txBody>
      </p:sp>
      <p:cxnSp>
        <p:nvCxnSpPr>
          <p:cNvPr id="7" name="Connector 6"/>
          <p:cNvCxnSpPr/>
          <p:nvPr/>
        </p:nvCxnSpPr>
        <p:spPr>
          <a:xfrm>
            <a:off x="1005840" y="6172200"/>
            <a:ext cx="9601200" cy="0"/>
          </a:xfrm>
          <a:prstGeom prst="line">
            <a:avLst/>
          </a:prstGeom>
          <a:ln w="15875">
            <a:solidFill>
              <a:srgbClr val="59654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05840" y="6400800"/>
            <a:ext cx="9601200" cy="1188720"/>
          </a:xfrm>
          <a:prstGeom prst="rect">
            <a:avLst/>
          </a:prstGeom>
          <a:noFill/>
        </p:spPr>
        <p:txBody>
          <a:bodyPr wrap="square" lIns="0" rIns="0" tIns="0" bIns="0" anchor="t">
            <a:spAutoFit/>
          </a:bodyPr>
          <a:lstStyle/>
          <a:p>
            <a:pPr algn="l">
              <a:lnSpc>
                <a:spcPct val="120000"/>
              </a:lnSpc>
              <a:spcAft>
                <a:spcPts val="0"/>
              </a:spcAft>
            </a:pPr>
            <a:r>
              <a:rPr sz="2200" b="0">
                <a:solidFill>
                  <a:srgbClr val="2F2F2B"/>
                </a:solidFill>
                <a:latin typeface="Arial"/>
              </a:rPr>
              <a:t>Estimating the yield of every Sri Lankan district at the end of each season with interpretable machine learning</a:t>
            </a:r>
          </a:p>
        </p:txBody>
      </p:sp>
      <p:sp>
        <p:nvSpPr>
          <p:cNvPr id="9" name="TextBox 8"/>
          <p:cNvSpPr txBox="1"/>
          <p:nvPr/>
        </p:nvSpPr>
        <p:spPr>
          <a:xfrm>
            <a:off x="1005840" y="8001000"/>
            <a:ext cx="9601200" cy="1005840"/>
          </a:xfrm>
          <a:prstGeom prst="rect">
            <a:avLst/>
          </a:prstGeom>
          <a:noFill/>
        </p:spPr>
        <p:txBody>
          <a:bodyPr wrap="square" lIns="0" rIns="0" tIns="0" bIns="0" anchor="b">
            <a:spAutoFit/>
          </a:bodyPr>
          <a:lstStyle/>
          <a:p>
            <a:pPr algn="l">
              <a:lnSpc>
                <a:spcPct val="135000"/>
              </a:lnSpc>
              <a:spcAft>
                <a:spcPts val="0"/>
              </a:spcAft>
            </a:pPr>
            <a:r>
              <a:rPr sz="1800" b="1">
                <a:solidFill>
                  <a:srgbClr val="2F2F2B"/>
                </a:solidFill>
                <a:latin typeface="Arial"/>
              </a:rPr>
              <a:t>Wijesinghe W K A D U</a:t>
            </a:r>
          </a:p>
          <a:p>
            <a:pPr algn="l">
              <a:lnSpc>
                <a:spcPct val="135000"/>
              </a:lnSpc>
              <a:spcAft>
                <a:spcPts val="0"/>
              </a:spcAft>
            </a:pPr>
            <a:r>
              <a:rPr sz="1800" b="0">
                <a:solidFill>
                  <a:srgbClr val="2F2F2B"/>
                </a:solidFill>
                <a:latin typeface="Arial"/>
              </a:rPr>
              <a:t>Index number 269219J   ·   MSc in Artificial Intelligence</a:t>
            </a:r>
          </a:p>
        </p:txBody>
      </p:sp>
      <p:pic>
        <p:nvPicPr>
          <p:cNvPr id="10" name="Picture 9" descr="map.png"/>
          <p:cNvPicPr>
            <a:picLocks noChangeAspect="1"/>
          </p:cNvPicPr>
          <p:nvPr/>
        </p:nvPicPr>
        <p:blipFill>
          <a:blip r:embed="rId2"/>
          <a:stretch>
            <a:fillRect/>
          </a:stretch>
        </p:blipFill>
        <p:spPr>
          <a:xfrm>
            <a:off x="12269229" y="1554480"/>
            <a:ext cx="4265141" cy="7498079"/>
          </a:xfrm>
          <a:prstGeom prst="rect">
            <a:avLst/>
          </a:prstGeom>
        </p:spPr>
      </p:pic>
      <p:sp>
        <p:nvSpPr>
          <p:cNvPr id="11" name="TextBox 10"/>
          <p:cNvSpPr txBox="1"/>
          <p:nvPr/>
        </p:nvSpPr>
        <p:spPr>
          <a:xfrm>
            <a:off x="11521440" y="9098280"/>
            <a:ext cx="5760720" cy="365760"/>
          </a:xfrm>
          <a:prstGeom prst="rect">
            <a:avLst/>
          </a:prstGeom>
          <a:noFill/>
        </p:spPr>
        <p:txBody>
          <a:bodyPr wrap="square" lIns="0" rIns="0" tIns="0" bIns="0" anchor="t">
            <a:spAutoFit/>
          </a:bodyPr>
          <a:lstStyle/>
          <a:p>
            <a:pPr algn="ctr">
              <a:lnSpc>
                <a:spcPct val="115000"/>
              </a:lnSpc>
              <a:spcAft>
                <a:spcPts val="0"/>
              </a:spcAft>
            </a:pPr>
            <a:r>
              <a:rPr sz="1300" b="0">
                <a:solidFill>
                  <a:srgbClr val="6B675C"/>
                </a:solidFill>
                <a:latin typeface="Arial"/>
              </a:rPr>
              <a:t>Yield by district in the 2025/26 main season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3E2"/>
        </a:solidFill>
        <a:effectLst/>
      </p:bgPr>
    </p:bg>
    <p:spTree>
      <p:nvGrpSpPr>
        <p:cNvPr id="1" name=""/>
        <p:cNvGrpSpPr/>
        <p:nvPr/>
      </p:nvGrpSpPr>
      <p:grpSpPr/>
      <p:sp>
        <p:nvSpPr>
          <p:cNvPr id="2" name="Rectangle 1"/>
          <p:cNvSpPr/>
          <p:nvPr/>
        </p:nvSpPr>
        <p:spPr>
          <a:xfrm>
            <a:off x="0" y="0"/>
            <a:ext cx="4818888" cy="182880"/>
          </a:xfrm>
          <a:prstGeom prst="rect">
            <a:avLst/>
          </a:prstGeom>
          <a:solidFill>
            <a:srgbClr val="C9D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411480"/>
            <a:ext cx="8229600" cy="548640"/>
          </a:xfrm>
          <a:prstGeom prst="rect">
            <a:avLst/>
          </a:prstGeom>
          <a:noFill/>
        </p:spPr>
        <p:txBody>
          <a:bodyPr wrap="square" lIns="0" rIns="0" tIns="0" bIns="0" anchor="ctr">
            <a:spAutoFit/>
          </a:bodyPr>
          <a:lstStyle/>
          <a:p>
            <a:pPr algn="l">
              <a:lnSpc>
                <a:spcPct val="115000"/>
              </a:lnSpc>
              <a:spcAft>
                <a:spcPts val="0"/>
              </a:spcAft>
            </a:pPr>
            <a:r>
              <a:rPr sz="1400" b="0">
                <a:solidFill>
                  <a:srgbClr val="6B675C"/>
                </a:solidFill>
                <a:latin typeface="Arial"/>
              </a:rPr>
              <a:t>SRI LANKA DISTRICT PADDY YIELD PREDICTION</a:t>
            </a:r>
          </a:p>
        </p:txBody>
      </p:sp>
      <p:sp>
        <p:nvSpPr>
          <p:cNvPr id="4" name="TextBox 3"/>
          <p:cNvSpPr txBox="1"/>
          <p:nvPr/>
        </p:nvSpPr>
        <p:spPr>
          <a:xfrm>
            <a:off x="9144000" y="411480"/>
            <a:ext cx="8138159" cy="548640"/>
          </a:xfrm>
          <a:prstGeom prst="rect">
            <a:avLst/>
          </a:prstGeom>
          <a:noFill/>
        </p:spPr>
        <p:txBody>
          <a:bodyPr wrap="square" lIns="0" rIns="0" tIns="0" bIns="0" anchor="ctr">
            <a:spAutoFit/>
          </a:bodyPr>
          <a:lstStyle/>
          <a:p>
            <a:pPr algn="r">
              <a:lnSpc>
                <a:spcPct val="115000"/>
              </a:lnSpc>
              <a:spcAft>
                <a:spcPts val="0"/>
              </a:spcAft>
            </a:pPr>
            <a:r>
              <a:rPr sz="1400" b="0">
                <a:solidFill>
                  <a:srgbClr val="6B675C"/>
                </a:solidFill>
                <a:latin typeface="Arial"/>
              </a:rPr>
              <a:t>269219J  |  OCTOBER 2026</a:t>
            </a:r>
          </a:p>
        </p:txBody>
      </p:sp>
      <p:cxnSp>
        <p:nvCxnSpPr>
          <p:cNvPr id="5" name="Connector 4"/>
          <p:cNvCxnSpPr/>
          <p:nvPr/>
        </p:nvCxnSpPr>
        <p:spPr>
          <a:xfrm>
            <a:off x="0" y="1143000"/>
            <a:ext cx="18288000" cy="0"/>
          </a:xfrm>
          <a:prstGeom prst="line">
            <a:avLst/>
          </a:prstGeom>
          <a:ln w="9525">
            <a:solidFill>
              <a:srgbClr val="2F2F2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 y="9464040"/>
            <a:ext cx="16276319" cy="457200"/>
          </a:xfrm>
          <a:prstGeom prst="rect">
            <a:avLst/>
          </a:prstGeom>
          <a:noFill/>
        </p:spPr>
        <p:txBody>
          <a:bodyPr wrap="square" lIns="0" rIns="0" tIns="0" bIns="0" anchor="ctr">
            <a:spAutoFit/>
          </a:bodyPr>
          <a:lstStyle/>
          <a:p>
            <a:pPr algn="ctr">
              <a:lnSpc>
                <a:spcPct val="115000"/>
              </a:lnSpc>
              <a:spcAft>
                <a:spcPts val="0"/>
              </a:spcAft>
            </a:pPr>
            <a:r>
              <a:rPr sz="1600" b="0">
                <a:solidFill>
                  <a:srgbClr val="6B675C"/>
                </a:solidFill>
                <a:latin typeface="Arial"/>
              </a:rPr>
              <a:t>02</a:t>
            </a:r>
          </a:p>
        </p:txBody>
      </p:sp>
      <p:sp>
        <p:nvSpPr>
          <p:cNvPr id="7" name="TextBox 6"/>
          <p:cNvSpPr txBox="1"/>
          <p:nvPr/>
        </p:nvSpPr>
        <p:spPr>
          <a:xfrm>
            <a:off x="1005840" y="1417320"/>
            <a:ext cx="16276319" cy="868680"/>
          </a:xfrm>
          <a:prstGeom prst="rect">
            <a:avLst/>
          </a:prstGeom>
          <a:noFill/>
        </p:spPr>
        <p:txBody>
          <a:bodyPr wrap="square" lIns="0" rIns="0" tIns="0" bIns="0" anchor="ctr">
            <a:spAutoFit/>
          </a:bodyPr>
          <a:lstStyle/>
          <a:p>
            <a:pPr algn="l">
              <a:lnSpc>
                <a:spcPct val="115000"/>
              </a:lnSpc>
              <a:spcAft>
                <a:spcPts val="0"/>
              </a:spcAft>
            </a:pPr>
            <a:r>
              <a:rPr sz="5000" b="0">
                <a:solidFill>
                  <a:srgbClr val="596548"/>
                </a:solidFill>
                <a:latin typeface="Georgia"/>
              </a:rPr>
              <a:t>THE PROBLEM</a:t>
            </a:r>
          </a:p>
        </p:txBody>
      </p:sp>
      <p:sp>
        <p:nvSpPr>
          <p:cNvPr id="8" name="TextBox 7"/>
          <p:cNvSpPr txBox="1"/>
          <p:nvPr/>
        </p:nvSpPr>
        <p:spPr>
          <a:xfrm>
            <a:off x="1005840" y="2286000"/>
            <a:ext cx="16276319" cy="548640"/>
          </a:xfrm>
          <a:prstGeom prst="rect">
            <a:avLst/>
          </a:prstGeom>
          <a:noFill/>
        </p:spPr>
        <p:txBody>
          <a:bodyPr wrap="square" lIns="0" rIns="0" tIns="0" bIns="0" anchor="ctr">
            <a:spAutoFit/>
          </a:bodyPr>
          <a:lstStyle/>
          <a:p>
            <a:pPr algn="l">
              <a:lnSpc>
                <a:spcPct val="115000"/>
              </a:lnSpc>
              <a:spcAft>
                <a:spcPts val="0"/>
              </a:spcAft>
            </a:pPr>
            <a:r>
              <a:rPr sz="2100" b="0">
                <a:solidFill>
                  <a:srgbClr val="2F2F2B"/>
                </a:solidFill>
                <a:latin typeface="Arial"/>
              </a:rPr>
              <a:t>Official district yields arrive months after the harvest, so planning runs without them</a:t>
            </a:r>
          </a:p>
        </p:txBody>
      </p:sp>
      <p:cxnSp>
        <p:nvCxnSpPr>
          <p:cNvPr id="9" name="Connector 8"/>
          <p:cNvCxnSpPr/>
          <p:nvPr/>
        </p:nvCxnSpPr>
        <p:spPr>
          <a:xfrm>
            <a:off x="1005840" y="2971800"/>
            <a:ext cx="16276320" cy="0"/>
          </a:xfrm>
          <a:prstGeom prst="line">
            <a:avLst/>
          </a:prstGeom>
          <a:ln w="15875">
            <a:solidFill>
              <a:srgbClr val="59654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05840" y="3246120"/>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05840" y="3319272"/>
            <a:ext cx="2194560" cy="1316736"/>
          </a:xfrm>
          <a:prstGeom prst="rect">
            <a:avLst/>
          </a:prstGeom>
          <a:noFill/>
        </p:spPr>
        <p:txBody>
          <a:bodyPr wrap="square" lIns="0" rIns="0" tIns="0" bIns="0" anchor="ctr">
            <a:spAutoFit/>
          </a:bodyPr>
          <a:lstStyle/>
          <a:p>
            <a:pPr algn="l">
              <a:lnSpc>
                <a:spcPct val="115000"/>
              </a:lnSpc>
              <a:spcAft>
                <a:spcPts val="0"/>
              </a:spcAft>
            </a:pPr>
            <a:r>
              <a:rPr sz="1800" b="1">
                <a:solidFill>
                  <a:srgbClr val="2F2F2B"/>
                </a:solidFill>
                <a:latin typeface="Arial"/>
              </a:rPr>
              <a:t>Situation</a:t>
            </a:r>
          </a:p>
        </p:txBody>
      </p:sp>
      <p:sp>
        <p:nvSpPr>
          <p:cNvPr id="12" name="TextBox 11"/>
          <p:cNvSpPr txBox="1"/>
          <p:nvPr/>
        </p:nvSpPr>
        <p:spPr>
          <a:xfrm>
            <a:off x="3383280" y="3319272"/>
            <a:ext cx="5440679" cy="1316736"/>
          </a:xfrm>
          <a:prstGeom prst="rect">
            <a:avLst/>
          </a:prstGeom>
          <a:noFill/>
        </p:spPr>
        <p:txBody>
          <a:bodyPr wrap="square" lIns="0" rIns="0" tIns="0" bIns="0" anchor="ctr">
            <a:spAutoFit/>
          </a:bodyPr>
          <a:lstStyle/>
          <a:p>
            <a:pPr algn="l">
              <a:lnSpc>
                <a:spcPct val="115000"/>
              </a:lnSpc>
              <a:spcAft>
                <a:spcPts val="0"/>
              </a:spcAft>
            </a:pPr>
            <a:r>
              <a:rPr sz="1800" b="0">
                <a:solidFill>
                  <a:srgbClr val="2F2F2B"/>
                </a:solidFill>
                <a:latin typeface="Arial"/>
              </a:rPr>
              <a:t>Two seasons a year, Maha (from October) and Yala (from April), in 25 districts and 2 irrigation areas.</a:t>
            </a:r>
          </a:p>
        </p:txBody>
      </p:sp>
      <p:cxnSp>
        <p:nvCxnSpPr>
          <p:cNvPr id="13" name="Connector 12"/>
          <p:cNvCxnSpPr/>
          <p:nvPr/>
        </p:nvCxnSpPr>
        <p:spPr>
          <a:xfrm>
            <a:off x="1005840" y="4709159"/>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05840" y="4782312"/>
            <a:ext cx="2194560" cy="1316736"/>
          </a:xfrm>
          <a:prstGeom prst="rect">
            <a:avLst/>
          </a:prstGeom>
          <a:noFill/>
        </p:spPr>
        <p:txBody>
          <a:bodyPr wrap="square" lIns="0" rIns="0" tIns="0" bIns="0" anchor="ctr">
            <a:spAutoFit/>
          </a:bodyPr>
          <a:lstStyle/>
          <a:p>
            <a:pPr algn="l">
              <a:lnSpc>
                <a:spcPct val="115000"/>
              </a:lnSpc>
              <a:spcAft>
                <a:spcPts val="0"/>
              </a:spcAft>
            </a:pPr>
            <a:r>
              <a:rPr sz="1800" b="1">
                <a:solidFill>
                  <a:srgbClr val="2F2F2B"/>
                </a:solidFill>
                <a:latin typeface="Arial"/>
              </a:rPr>
              <a:t>Complication</a:t>
            </a:r>
          </a:p>
        </p:txBody>
      </p:sp>
      <p:sp>
        <p:nvSpPr>
          <p:cNvPr id="15" name="TextBox 14"/>
          <p:cNvSpPr txBox="1"/>
          <p:nvPr/>
        </p:nvSpPr>
        <p:spPr>
          <a:xfrm>
            <a:off x="3383280" y="4782312"/>
            <a:ext cx="5440679" cy="1316736"/>
          </a:xfrm>
          <a:prstGeom prst="rect">
            <a:avLst/>
          </a:prstGeom>
          <a:noFill/>
        </p:spPr>
        <p:txBody>
          <a:bodyPr wrap="square" lIns="0" rIns="0" tIns="0" bIns="0" anchor="ctr">
            <a:spAutoFit/>
          </a:bodyPr>
          <a:lstStyle/>
          <a:p>
            <a:pPr algn="l">
              <a:lnSpc>
                <a:spcPct val="115000"/>
              </a:lnSpc>
              <a:spcAft>
                <a:spcPts val="0"/>
              </a:spcAft>
            </a:pPr>
            <a:r>
              <a:rPr sz="1800" b="0">
                <a:solidFill>
                  <a:srgbClr val="2F2F2B"/>
                </a:solidFill>
                <a:latin typeface="Arial"/>
              </a:rPr>
              <a:t>The official yield follows the crop-cutting survey months later, after purchasing, storage and imports are decided.</a:t>
            </a:r>
          </a:p>
        </p:txBody>
      </p:sp>
      <p:cxnSp>
        <p:nvCxnSpPr>
          <p:cNvPr id="16" name="Connector 15"/>
          <p:cNvCxnSpPr/>
          <p:nvPr/>
        </p:nvCxnSpPr>
        <p:spPr>
          <a:xfrm>
            <a:off x="1005840" y="6172199"/>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05840" y="6245352"/>
            <a:ext cx="2194560" cy="1316736"/>
          </a:xfrm>
          <a:prstGeom prst="rect">
            <a:avLst/>
          </a:prstGeom>
          <a:noFill/>
        </p:spPr>
        <p:txBody>
          <a:bodyPr wrap="square" lIns="0" rIns="0" tIns="0" bIns="0" anchor="ctr">
            <a:spAutoFit/>
          </a:bodyPr>
          <a:lstStyle/>
          <a:p>
            <a:pPr algn="l">
              <a:lnSpc>
                <a:spcPct val="115000"/>
              </a:lnSpc>
              <a:spcAft>
                <a:spcPts val="0"/>
              </a:spcAft>
            </a:pPr>
            <a:r>
              <a:rPr sz="1800" b="1">
                <a:solidFill>
                  <a:srgbClr val="2F2F2B"/>
                </a:solidFill>
                <a:latin typeface="Arial"/>
              </a:rPr>
              <a:t>Objective</a:t>
            </a:r>
          </a:p>
        </p:txBody>
      </p:sp>
      <p:sp>
        <p:nvSpPr>
          <p:cNvPr id="18" name="TextBox 17"/>
          <p:cNvSpPr txBox="1"/>
          <p:nvPr/>
        </p:nvSpPr>
        <p:spPr>
          <a:xfrm>
            <a:off x="3383280" y="6245352"/>
            <a:ext cx="5440679" cy="1316736"/>
          </a:xfrm>
          <a:prstGeom prst="rect">
            <a:avLst/>
          </a:prstGeom>
          <a:noFill/>
        </p:spPr>
        <p:txBody>
          <a:bodyPr wrap="square" lIns="0" rIns="0" tIns="0" bIns="0" anchor="ctr">
            <a:spAutoFit/>
          </a:bodyPr>
          <a:lstStyle/>
          <a:p>
            <a:pPr algn="l">
              <a:lnSpc>
                <a:spcPct val="115000"/>
              </a:lnSpc>
              <a:spcAft>
                <a:spcPts val="0"/>
              </a:spcAft>
            </a:pPr>
            <a:r>
              <a:rPr sz="1800" b="0">
                <a:solidFill>
                  <a:srgbClr val="2F2F2B"/>
                </a:solidFill>
                <a:latin typeface="Arial"/>
              </a:rPr>
              <a:t>Regression of yield (kg/ha) per district and season at season end, judged by mean absolute error (MAE).</a:t>
            </a:r>
          </a:p>
        </p:txBody>
      </p:sp>
      <p:cxnSp>
        <p:nvCxnSpPr>
          <p:cNvPr id="19" name="Connector 18"/>
          <p:cNvCxnSpPr/>
          <p:nvPr/>
        </p:nvCxnSpPr>
        <p:spPr>
          <a:xfrm>
            <a:off x="1005840" y="7635240"/>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05840" y="7708392"/>
            <a:ext cx="2194560" cy="1316736"/>
          </a:xfrm>
          <a:prstGeom prst="rect">
            <a:avLst/>
          </a:prstGeom>
          <a:noFill/>
        </p:spPr>
        <p:txBody>
          <a:bodyPr wrap="square" lIns="0" rIns="0" tIns="0" bIns="0" anchor="ctr">
            <a:spAutoFit/>
          </a:bodyPr>
          <a:lstStyle/>
          <a:p>
            <a:pPr algn="l">
              <a:lnSpc>
                <a:spcPct val="115000"/>
              </a:lnSpc>
              <a:spcAft>
                <a:spcPts val="0"/>
              </a:spcAft>
            </a:pPr>
            <a:r>
              <a:rPr sz="1800" b="1">
                <a:solidFill>
                  <a:srgbClr val="2F2F2B"/>
                </a:solidFill>
                <a:latin typeface="Arial"/>
              </a:rPr>
              <a:t>Users</a:t>
            </a:r>
          </a:p>
        </p:txBody>
      </p:sp>
      <p:sp>
        <p:nvSpPr>
          <p:cNvPr id="21" name="TextBox 20"/>
          <p:cNvSpPr txBox="1"/>
          <p:nvPr/>
        </p:nvSpPr>
        <p:spPr>
          <a:xfrm>
            <a:off x="3383280" y="7708392"/>
            <a:ext cx="5440679" cy="1316736"/>
          </a:xfrm>
          <a:prstGeom prst="rect">
            <a:avLst/>
          </a:prstGeom>
          <a:noFill/>
        </p:spPr>
        <p:txBody>
          <a:bodyPr wrap="square" lIns="0" rIns="0" tIns="0" bIns="0" anchor="ctr">
            <a:spAutoFit/>
          </a:bodyPr>
          <a:lstStyle/>
          <a:p>
            <a:pPr algn="l">
              <a:lnSpc>
                <a:spcPct val="115000"/>
              </a:lnSpc>
              <a:spcAft>
                <a:spcPts val="0"/>
              </a:spcAft>
            </a:pPr>
            <a:r>
              <a:rPr sz="1800" b="0">
                <a:solidFill>
                  <a:srgbClr val="2F2F2B"/>
                </a:solidFill>
                <a:latin typeface="Arial"/>
              </a:rPr>
              <a:t>Department of Agriculture, Paddy Marketing Board and policy makers.</a:t>
            </a:r>
          </a:p>
        </p:txBody>
      </p:sp>
      <p:cxnSp>
        <p:nvCxnSpPr>
          <p:cNvPr id="22" name="Connector 21"/>
          <p:cNvCxnSpPr/>
          <p:nvPr/>
        </p:nvCxnSpPr>
        <p:spPr>
          <a:xfrm>
            <a:off x="1005840" y="9098280"/>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464039" y="3246120"/>
            <a:ext cx="7818119" cy="320040"/>
          </a:xfrm>
          <a:prstGeom prst="rect">
            <a:avLst/>
          </a:prstGeom>
          <a:noFill/>
        </p:spPr>
        <p:txBody>
          <a:bodyPr wrap="square" lIns="0" rIns="0" tIns="0" bIns="0" anchor="t">
            <a:spAutoFit/>
          </a:bodyPr>
          <a:lstStyle/>
          <a:p>
            <a:pPr algn="l">
              <a:lnSpc>
                <a:spcPct val="115000"/>
              </a:lnSpc>
              <a:spcAft>
                <a:spcPts val="0"/>
              </a:spcAft>
            </a:pPr>
            <a:r>
              <a:rPr sz="1400" b="1">
                <a:solidFill>
                  <a:srgbClr val="596548"/>
                </a:solidFill>
                <a:latin typeface="Arial"/>
              </a:rPr>
              <a:t>NATIONAL YIELD BY SEASON (KG/HA)</a:t>
            </a:r>
          </a:p>
        </p:txBody>
      </p:sp>
      <p:pic>
        <p:nvPicPr>
          <p:cNvPr id="24" name="Picture 23" descr="trend.png"/>
          <p:cNvPicPr>
            <a:picLocks noChangeAspect="1"/>
          </p:cNvPicPr>
          <p:nvPr/>
        </p:nvPicPr>
        <p:blipFill>
          <a:blip r:embed="rId2"/>
          <a:stretch>
            <a:fillRect/>
          </a:stretch>
        </p:blipFill>
        <p:spPr>
          <a:xfrm>
            <a:off x="9612405" y="3657600"/>
            <a:ext cx="7521388" cy="3200400"/>
          </a:xfrm>
          <a:prstGeom prst="rect">
            <a:avLst/>
          </a:prstGeom>
        </p:spPr>
      </p:pic>
      <p:sp>
        <p:nvSpPr>
          <p:cNvPr id="25" name="TextBox 24"/>
          <p:cNvSpPr txBox="1"/>
          <p:nvPr/>
        </p:nvSpPr>
        <p:spPr>
          <a:xfrm>
            <a:off x="9464039" y="7086600"/>
            <a:ext cx="3909059" cy="777240"/>
          </a:xfrm>
          <a:prstGeom prst="rect">
            <a:avLst/>
          </a:prstGeom>
          <a:noFill/>
        </p:spPr>
        <p:txBody>
          <a:bodyPr wrap="square" lIns="0" rIns="0" tIns="0" bIns="0" anchor="t">
            <a:spAutoFit/>
          </a:bodyPr>
          <a:lstStyle/>
          <a:p>
            <a:pPr algn="l">
              <a:lnSpc>
                <a:spcPct val="115000"/>
              </a:lnSpc>
              <a:spcAft>
                <a:spcPts val="0"/>
              </a:spcAft>
            </a:pPr>
            <a:r>
              <a:rPr sz="4800" b="0">
                <a:solidFill>
                  <a:srgbClr val="A4532F"/>
                </a:solidFill>
                <a:latin typeface="Georgia"/>
              </a:rPr>
              <a:t>2,828</a:t>
            </a:r>
          </a:p>
        </p:txBody>
      </p:sp>
      <p:sp>
        <p:nvSpPr>
          <p:cNvPr id="26" name="TextBox 25"/>
          <p:cNvSpPr txBox="1"/>
          <p:nvPr/>
        </p:nvSpPr>
        <p:spPr>
          <a:xfrm>
            <a:off x="9464039" y="7927848"/>
            <a:ext cx="3909059" cy="822960"/>
          </a:xfrm>
          <a:prstGeom prst="rect">
            <a:avLst/>
          </a:prstGeom>
          <a:noFill/>
        </p:spPr>
        <p:txBody>
          <a:bodyPr wrap="square" lIns="0" rIns="0" tIns="0" bIns="0" anchor="t">
            <a:spAutoFit/>
          </a:bodyPr>
          <a:lstStyle/>
          <a:p>
            <a:pPr algn="l">
              <a:lnSpc>
                <a:spcPct val="110000"/>
              </a:lnSpc>
              <a:spcAft>
                <a:spcPts val="0"/>
              </a:spcAft>
            </a:pPr>
            <a:r>
              <a:rPr sz="1600" b="0">
                <a:solidFill>
                  <a:srgbClr val="6B675C"/>
                </a:solidFill>
                <a:latin typeface="Arial"/>
              </a:rPr>
              <a:t>kg/ha national Maha yield in 2021/22</a:t>
            </a:r>
          </a:p>
        </p:txBody>
      </p:sp>
      <p:sp>
        <p:nvSpPr>
          <p:cNvPr id="27" name="TextBox 26"/>
          <p:cNvSpPr txBox="1"/>
          <p:nvPr/>
        </p:nvSpPr>
        <p:spPr>
          <a:xfrm>
            <a:off x="13373099" y="7086600"/>
            <a:ext cx="3909059" cy="777240"/>
          </a:xfrm>
          <a:prstGeom prst="rect">
            <a:avLst/>
          </a:prstGeom>
          <a:noFill/>
        </p:spPr>
        <p:txBody>
          <a:bodyPr wrap="square" lIns="0" rIns="0" tIns="0" bIns="0" anchor="t">
            <a:spAutoFit/>
          </a:bodyPr>
          <a:lstStyle/>
          <a:p>
            <a:pPr algn="l">
              <a:lnSpc>
                <a:spcPct val="115000"/>
              </a:lnSpc>
              <a:spcAft>
                <a:spcPts val="0"/>
              </a:spcAft>
            </a:pPr>
            <a:r>
              <a:rPr sz="4800" b="0">
                <a:solidFill>
                  <a:srgbClr val="A4532F"/>
                </a:solidFill>
                <a:latin typeface="Georgia"/>
              </a:rPr>
              <a:t>Over 33%</a:t>
            </a:r>
          </a:p>
        </p:txBody>
      </p:sp>
      <p:sp>
        <p:nvSpPr>
          <p:cNvPr id="28" name="TextBox 27"/>
          <p:cNvSpPr txBox="1"/>
          <p:nvPr/>
        </p:nvSpPr>
        <p:spPr>
          <a:xfrm>
            <a:off x="13373099" y="7927848"/>
            <a:ext cx="3909059" cy="822960"/>
          </a:xfrm>
          <a:prstGeom prst="rect">
            <a:avLst/>
          </a:prstGeom>
          <a:noFill/>
        </p:spPr>
        <p:txBody>
          <a:bodyPr wrap="square" lIns="0" rIns="0" tIns="0" bIns="0" anchor="t">
            <a:spAutoFit/>
          </a:bodyPr>
          <a:lstStyle/>
          <a:p>
            <a:pPr algn="l">
              <a:lnSpc>
                <a:spcPct val="110000"/>
              </a:lnSpc>
              <a:spcAft>
                <a:spcPts val="0"/>
              </a:spcAft>
            </a:pPr>
            <a:r>
              <a:rPr sz="1600" b="0">
                <a:solidFill>
                  <a:srgbClr val="6B675C"/>
                </a:solidFill>
                <a:latin typeface="Arial"/>
              </a:rPr>
              <a:t>fall after the fertilizer ban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3E2"/>
        </a:solidFill>
        <a:effectLst/>
      </p:bgPr>
    </p:bg>
    <p:spTree>
      <p:nvGrpSpPr>
        <p:cNvPr id="1" name=""/>
        <p:cNvGrpSpPr/>
        <p:nvPr/>
      </p:nvGrpSpPr>
      <p:grpSpPr/>
      <p:sp>
        <p:nvSpPr>
          <p:cNvPr id="2" name="Rectangle 1"/>
          <p:cNvSpPr/>
          <p:nvPr/>
        </p:nvSpPr>
        <p:spPr>
          <a:xfrm>
            <a:off x="0" y="0"/>
            <a:ext cx="4818888" cy="182880"/>
          </a:xfrm>
          <a:prstGeom prst="rect">
            <a:avLst/>
          </a:prstGeom>
          <a:solidFill>
            <a:srgbClr val="C9D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411480"/>
            <a:ext cx="8229600" cy="548640"/>
          </a:xfrm>
          <a:prstGeom prst="rect">
            <a:avLst/>
          </a:prstGeom>
          <a:noFill/>
        </p:spPr>
        <p:txBody>
          <a:bodyPr wrap="square" lIns="0" rIns="0" tIns="0" bIns="0" anchor="ctr">
            <a:spAutoFit/>
          </a:bodyPr>
          <a:lstStyle/>
          <a:p>
            <a:pPr algn="l">
              <a:lnSpc>
                <a:spcPct val="115000"/>
              </a:lnSpc>
              <a:spcAft>
                <a:spcPts val="0"/>
              </a:spcAft>
            </a:pPr>
            <a:r>
              <a:rPr sz="1400" b="0">
                <a:solidFill>
                  <a:srgbClr val="6B675C"/>
                </a:solidFill>
                <a:latin typeface="Arial"/>
              </a:rPr>
              <a:t>SRI LANKA DISTRICT PADDY YIELD PREDICTION</a:t>
            </a:r>
          </a:p>
        </p:txBody>
      </p:sp>
      <p:sp>
        <p:nvSpPr>
          <p:cNvPr id="4" name="TextBox 3"/>
          <p:cNvSpPr txBox="1"/>
          <p:nvPr/>
        </p:nvSpPr>
        <p:spPr>
          <a:xfrm>
            <a:off x="9144000" y="411480"/>
            <a:ext cx="8138159" cy="548640"/>
          </a:xfrm>
          <a:prstGeom prst="rect">
            <a:avLst/>
          </a:prstGeom>
          <a:noFill/>
        </p:spPr>
        <p:txBody>
          <a:bodyPr wrap="square" lIns="0" rIns="0" tIns="0" bIns="0" anchor="ctr">
            <a:spAutoFit/>
          </a:bodyPr>
          <a:lstStyle/>
          <a:p>
            <a:pPr algn="r">
              <a:lnSpc>
                <a:spcPct val="115000"/>
              </a:lnSpc>
              <a:spcAft>
                <a:spcPts val="0"/>
              </a:spcAft>
            </a:pPr>
            <a:r>
              <a:rPr sz="1400" b="0">
                <a:solidFill>
                  <a:srgbClr val="6B675C"/>
                </a:solidFill>
                <a:latin typeface="Arial"/>
              </a:rPr>
              <a:t>269219J  |  OCTOBER 2026</a:t>
            </a:r>
          </a:p>
        </p:txBody>
      </p:sp>
      <p:cxnSp>
        <p:nvCxnSpPr>
          <p:cNvPr id="5" name="Connector 4"/>
          <p:cNvCxnSpPr/>
          <p:nvPr/>
        </p:nvCxnSpPr>
        <p:spPr>
          <a:xfrm>
            <a:off x="0" y="1143000"/>
            <a:ext cx="18288000" cy="0"/>
          </a:xfrm>
          <a:prstGeom prst="line">
            <a:avLst/>
          </a:prstGeom>
          <a:ln w="9525">
            <a:solidFill>
              <a:srgbClr val="2F2F2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 y="9464040"/>
            <a:ext cx="16276319" cy="457200"/>
          </a:xfrm>
          <a:prstGeom prst="rect">
            <a:avLst/>
          </a:prstGeom>
          <a:noFill/>
        </p:spPr>
        <p:txBody>
          <a:bodyPr wrap="square" lIns="0" rIns="0" tIns="0" bIns="0" anchor="ctr">
            <a:spAutoFit/>
          </a:bodyPr>
          <a:lstStyle/>
          <a:p>
            <a:pPr algn="ctr">
              <a:lnSpc>
                <a:spcPct val="115000"/>
              </a:lnSpc>
              <a:spcAft>
                <a:spcPts val="0"/>
              </a:spcAft>
            </a:pPr>
            <a:r>
              <a:rPr sz="1600" b="0">
                <a:solidFill>
                  <a:srgbClr val="6B675C"/>
                </a:solidFill>
                <a:latin typeface="Arial"/>
              </a:rPr>
              <a:t>03</a:t>
            </a:r>
          </a:p>
        </p:txBody>
      </p:sp>
      <p:sp>
        <p:nvSpPr>
          <p:cNvPr id="7" name="TextBox 6"/>
          <p:cNvSpPr txBox="1"/>
          <p:nvPr/>
        </p:nvSpPr>
        <p:spPr>
          <a:xfrm>
            <a:off x="1005840" y="1417320"/>
            <a:ext cx="16276319" cy="868680"/>
          </a:xfrm>
          <a:prstGeom prst="rect">
            <a:avLst/>
          </a:prstGeom>
          <a:noFill/>
        </p:spPr>
        <p:txBody>
          <a:bodyPr wrap="square" lIns="0" rIns="0" tIns="0" bIns="0" anchor="ctr">
            <a:spAutoFit/>
          </a:bodyPr>
          <a:lstStyle/>
          <a:p>
            <a:pPr algn="l">
              <a:lnSpc>
                <a:spcPct val="115000"/>
              </a:lnSpc>
              <a:spcAft>
                <a:spcPts val="0"/>
              </a:spcAft>
            </a:pPr>
            <a:r>
              <a:rPr sz="5000" b="0">
                <a:solidFill>
                  <a:srgbClr val="596548"/>
                </a:solidFill>
                <a:latin typeface="Georgia"/>
              </a:rPr>
              <a:t>THE DATASET</a:t>
            </a:r>
          </a:p>
        </p:txBody>
      </p:sp>
      <p:sp>
        <p:nvSpPr>
          <p:cNvPr id="8" name="TextBox 7"/>
          <p:cNvSpPr txBox="1"/>
          <p:nvPr/>
        </p:nvSpPr>
        <p:spPr>
          <a:xfrm>
            <a:off x="1005840" y="2286000"/>
            <a:ext cx="16276319" cy="548640"/>
          </a:xfrm>
          <a:prstGeom prst="rect">
            <a:avLst/>
          </a:prstGeom>
          <a:noFill/>
        </p:spPr>
        <p:txBody>
          <a:bodyPr wrap="square" lIns="0" rIns="0" tIns="0" bIns="0" anchor="ctr">
            <a:spAutoFit/>
          </a:bodyPr>
          <a:lstStyle/>
          <a:p>
            <a:pPr algn="l">
              <a:lnSpc>
                <a:spcPct val="115000"/>
              </a:lnSpc>
              <a:spcAft>
                <a:spcPts val="0"/>
              </a:spcAft>
            </a:pPr>
            <a:r>
              <a:rPr sz="2100" b="0">
                <a:solidFill>
                  <a:srgbClr val="2F2F2B"/>
                </a:solidFill>
                <a:latin typeface="Arial"/>
              </a:rPr>
              <a:t>2,276 district-season records from 1981 to 2026, cleaned and analysed before any modelling</a:t>
            </a:r>
          </a:p>
        </p:txBody>
      </p:sp>
      <p:cxnSp>
        <p:nvCxnSpPr>
          <p:cNvPr id="9" name="Connector 8"/>
          <p:cNvCxnSpPr/>
          <p:nvPr/>
        </p:nvCxnSpPr>
        <p:spPr>
          <a:xfrm>
            <a:off x="1005840" y="2971800"/>
            <a:ext cx="16276320" cy="0"/>
          </a:xfrm>
          <a:prstGeom prst="line">
            <a:avLst/>
          </a:prstGeom>
          <a:ln w="15875">
            <a:solidFill>
              <a:srgbClr val="59654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05840" y="3246120"/>
            <a:ext cx="7818119" cy="320040"/>
          </a:xfrm>
          <a:prstGeom prst="rect">
            <a:avLst/>
          </a:prstGeom>
          <a:noFill/>
        </p:spPr>
        <p:txBody>
          <a:bodyPr wrap="square" lIns="0" rIns="0" tIns="0" bIns="0" anchor="t">
            <a:spAutoFit/>
          </a:bodyPr>
          <a:lstStyle/>
          <a:p>
            <a:pPr algn="l">
              <a:lnSpc>
                <a:spcPct val="115000"/>
              </a:lnSpc>
              <a:spcAft>
                <a:spcPts val="0"/>
              </a:spcAft>
            </a:pPr>
            <a:r>
              <a:rPr sz="1400" b="1">
                <a:solidFill>
                  <a:srgbClr val="596548"/>
                </a:solidFill>
                <a:latin typeface="Arial"/>
              </a:rPr>
              <a:t>SOURCES USED BY THE FINAL MODEL</a:t>
            </a:r>
          </a:p>
        </p:txBody>
      </p:sp>
      <p:cxnSp>
        <p:nvCxnSpPr>
          <p:cNvPr id="11" name="Connector 10"/>
          <p:cNvCxnSpPr/>
          <p:nvPr/>
        </p:nvCxnSpPr>
        <p:spPr>
          <a:xfrm>
            <a:off x="1005840" y="3703320"/>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05840" y="3776472"/>
            <a:ext cx="2194560" cy="493775"/>
          </a:xfrm>
          <a:prstGeom prst="rect">
            <a:avLst/>
          </a:prstGeom>
          <a:noFill/>
        </p:spPr>
        <p:txBody>
          <a:bodyPr wrap="square" lIns="0" rIns="0" tIns="0" bIns="0" anchor="ctr">
            <a:spAutoFit/>
          </a:bodyPr>
          <a:lstStyle/>
          <a:p>
            <a:pPr algn="l">
              <a:lnSpc>
                <a:spcPct val="115000"/>
              </a:lnSpc>
              <a:spcAft>
                <a:spcPts val="0"/>
              </a:spcAft>
            </a:pPr>
            <a:r>
              <a:rPr sz="1600" b="1">
                <a:solidFill>
                  <a:srgbClr val="2F2F2B"/>
                </a:solidFill>
                <a:latin typeface="Arial"/>
              </a:rPr>
              <a:t>DCS</a:t>
            </a:r>
          </a:p>
        </p:txBody>
      </p:sp>
      <p:sp>
        <p:nvSpPr>
          <p:cNvPr id="13" name="TextBox 12"/>
          <p:cNvSpPr txBox="1"/>
          <p:nvPr/>
        </p:nvSpPr>
        <p:spPr>
          <a:xfrm>
            <a:off x="3383280" y="3776472"/>
            <a:ext cx="5440679" cy="493775"/>
          </a:xfrm>
          <a:prstGeom prst="rect">
            <a:avLst/>
          </a:prstGeom>
          <a:noFill/>
        </p:spPr>
        <p:txBody>
          <a:bodyPr wrap="square" lIns="0" rIns="0" tIns="0" bIns="0" anchor="ctr">
            <a:spAutoFit/>
          </a:bodyPr>
          <a:lstStyle/>
          <a:p>
            <a:pPr algn="l">
              <a:lnSpc>
                <a:spcPct val="115000"/>
              </a:lnSpc>
              <a:spcAft>
                <a:spcPts val="0"/>
              </a:spcAft>
            </a:pPr>
            <a:r>
              <a:rPr sz="1600" b="0">
                <a:solidFill>
                  <a:srgbClr val="2F2F2B"/>
                </a:solidFill>
                <a:latin typeface="Arial"/>
              </a:rPr>
              <a:t>8 tables of yield and extent by irrigation type</a:t>
            </a:r>
          </a:p>
        </p:txBody>
      </p:sp>
      <p:cxnSp>
        <p:nvCxnSpPr>
          <p:cNvPr id="14" name="Connector 13"/>
          <p:cNvCxnSpPr/>
          <p:nvPr/>
        </p:nvCxnSpPr>
        <p:spPr>
          <a:xfrm>
            <a:off x="1005840" y="4343400"/>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05840" y="4416552"/>
            <a:ext cx="2194560" cy="493775"/>
          </a:xfrm>
          <a:prstGeom prst="rect">
            <a:avLst/>
          </a:prstGeom>
          <a:noFill/>
        </p:spPr>
        <p:txBody>
          <a:bodyPr wrap="square" lIns="0" rIns="0" tIns="0" bIns="0" anchor="ctr">
            <a:spAutoFit/>
          </a:bodyPr>
          <a:lstStyle/>
          <a:p>
            <a:pPr algn="l">
              <a:lnSpc>
                <a:spcPct val="115000"/>
              </a:lnSpc>
              <a:spcAft>
                <a:spcPts val="0"/>
              </a:spcAft>
            </a:pPr>
            <a:r>
              <a:rPr sz="1600" b="1">
                <a:solidFill>
                  <a:srgbClr val="2F2F2B"/>
                </a:solidFill>
                <a:latin typeface="Arial"/>
              </a:rPr>
              <a:t>CHIRPS</a:t>
            </a:r>
          </a:p>
        </p:txBody>
      </p:sp>
      <p:sp>
        <p:nvSpPr>
          <p:cNvPr id="16" name="TextBox 15"/>
          <p:cNvSpPr txBox="1"/>
          <p:nvPr/>
        </p:nvSpPr>
        <p:spPr>
          <a:xfrm>
            <a:off x="3383280" y="4416552"/>
            <a:ext cx="5440679" cy="493775"/>
          </a:xfrm>
          <a:prstGeom prst="rect">
            <a:avLst/>
          </a:prstGeom>
          <a:noFill/>
        </p:spPr>
        <p:txBody>
          <a:bodyPr wrap="square" lIns="0" rIns="0" tIns="0" bIns="0" anchor="ctr">
            <a:spAutoFit/>
          </a:bodyPr>
          <a:lstStyle/>
          <a:p>
            <a:pPr algn="l">
              <a:lnSpc>
                <a:spcPct val="115000"/>
              </a:lnSpc>
              <a:spcAft>
                <a:spcPts val="0"/>
              </a:spcAft>
            </a:pPr>
            <a:r>
              <a:rPr sz="1600" b="0">
                <a:solidFill>
                  <a:srgbClr val="2F2F2B"/>
                </a:solidFill>
                <a:latin typeface="Arial"/>
              </a:rPr>
              <a:t>daily satellite rainfall per district</a:t>
            </a:r>
          </a:p>
        </p:txBody>
      </p:sp>
      <p:cxnSp>
        <p:nvCxnSpPr>
          <p:cNvPr id="17" name="Connector 16"/>
          <p:cNvCxnSpPr/>
          <p:nvPr/>
        </p:nvCxnSpPr>
        <p:spPr>
          <a:xfrm>
            <a:off x="1005840" y="4983480"/>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05840" y="5056631"/>
            <a:ext cx="2194560" cy="493775"/>
          </a:xfrm>
          <a:prstGeom prst="rect">
            <a:avLst/>
          </a:prstGeom>
          <a:noFill/>
        </p:spPr>
        <p:txBody>
          <a:bodyPr wrap="square" lIns="0" rIns="0" tIns="0" bIns="0" anchor="ctr">
            <a:spAutoFit/>
          </a:bodyPr>
          <a:lstStyle/>
          <a:p>
            <a:pPr algn="l">
              <a:lnSpc>
                <a:spcPct val="115000"/>
              </a:lnSpc>
              <a:spcAft>
                <a:spcPts val="0"/>
              </a:spcAft>
            </a:pPr>
            <a:r>
              <a:rPr sz="1600" b="1">
                <a:solidFill>
                  <a:srgbClr val="2F2F2B"/>
                </a:solidFill>
                <a:latin typeface="Arial"/>
              </a:rPr>
              <a:t>NASA POWER</a:t>
            </a:r>
          </a:p>
        </p:txBody>
      </p:sp>
      <p:sp>
        <p:nvSpPr>
          <p:cNvPr id="19" name="TextBox 18"/>
          <p:cNvSpPr txBox="1"/>
          <p:nvPr/>
        </p:nvSpPr>
        <p:spPr>
          <a:xfrm>
            <a:off x="3383280" y="5056631"/>
            <a:ext cx="5440679" cy="493775"/>
          </a:xfrm>
          <a:prstGeom prst="rect">
            <a:avLst/>
          </a:prstGeom>
          <a:noFill/>
        </p:spPr>
        <p:txBody>
          <a:bodyPr wrap="square" lIns="0" rIns="0" tIns="0" bIns="0" anchor="ctr">
            <a:spAutoFit/>
          </a:bodyPr>
          <a:lstStyle/>
          <a:p>
            <a:pPr algn="l">
              <a:lnSpc>
                <a:spcPct val="115000"/>
              </a:lnSpc>
              <a:spcAft>
                <a:spcPts val="0"/>
              </a:spcAft>
            </a:pPr>
            <a:r>
              <a:rPr sz="1600" b="0">
                <a:solidFill>
                  <a:srgbClr val="2F2F2B"/>
                </a:solidFill>
                <a:latin typeface="Arial"/>
              </a:rPr>
              <a:t>temperature, humidity, solar, wind</a:t>
            </a:r>
          </a:p>
        </p:txBody>
      </p:sp>
      <p:cxnSp>
        <p:nvCxnSpPr>
          <p:cNvPr id="20" name="Connector 19"/>
          <p:cNvCxnSpPr/>
          <p:nvPr/>
        </p:nvCxnSpPr>
        <p:spPr>
          <a:xfrm>
            <a:off x="1005840" y="5623559"/>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05840" y="5696712"/>
            <a:ext cx="2194560" cy="493775"/>
          </a:xfrm>
          <a:prstGeom prst="rect">
            <a:avLst/>
          </a:prstGeom>
          <a:noFill/>
        </p:spPr>
        <p:txBody>
          <a:bodyPr wrap="square" lIns="0" rIns="0" tIns="0" bIns="0" anchor="ctr">
            <a:spAutoFit/>
          </a:bodyPr>
          <a:lstStyle/>
          <a:p>
            <a:pPr algn="l">
              <a:lnSpc>
                <a:spcPct val="115000"/>
              </a:lnSpc>
              <a:spcAft>
                <a:spcPts val="0"/>
              </a:spcAft>
            </a:pPr>
            <a:r>
              <a:rPr sz="1600" b="1">
                <a:solidFill>
                  <a:srgbClr val="2F2F2B"/>
                </a:solidFill>
                <a:latin typeface="Arial"/>
              </a:rPr>
              <a:t>OpenStreetMap</a:t>
            </a:r>
          </a:p>
        </p:txBody>
      </p:sp>
      <p:sp>
        <p:nvSpPr>
          <p:cNvPr id="22" name="TextBox 21"/>
          <p:cNvSpPr txBox="1"/>
          <p:nvPr/>
        </p:nvSpPr>
        <p:spPr>
          <a:xfrm>
            <a:off x="3383280" y="5696712"/>
            <a:ext cx="5440679" cy="493775"/>
          </a:xfrm>
          <a:prstGeom prst="rect">
            <a:avLst/>
          </a:prstGeom>
          <a:noFill/>
        </p:spPr>
        <p:txBody>
          <a:bodyPr wrap="square" lIns="0" rIns="0" tIns="0" bIns="0" anchor="ctr">
            <a:spAutoFit/>
          </a:bodyPr>
          <a:lstStyle/>
          <a:p>
            <a:pPr algn="l">
              <a:lnSpc>
                <a:spcPct val="115000"/>
              </a:lnSpc>
              <a:spcAft>
                <a:spcPts val="0"/>
              </a:spcAft>
            </a:pPr>
            <a:r>
              <a:rPr sz="1600" b="0">
                <a:solidFill>
                  <a:srgbClr val="2F2F2B"/>
                </a:solidFill>
                <a:latin typeface="Arial"/>
              </a:rPr>
              <a:t>district locations and outlines for the weather</a:t>
            </a:r>
          </a:p>
        </p:txBody>
      </p:sp>
      <p:cxnSp>
        <p:nvCxnSpPr>
          <p:cNvPr id="23" name="Connector 22"/>
          <p:cNvCxnSpPr/>
          <p:nvPr/>
        </p:nvCxnSpPr>
        <p:spPr>
          <a:xfrm>
            <a:off x="1005840" y="6263640"/>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05840" y="6336792"/>
            <a:ext cx="2194560" cy="493775"/>
          </a:xfrm>
          <a:prstGeom prst="rect">
            <a:avLst/>
          </a:prstGeom>
          <a:noFill/>
        </p:spPr>
        <p:txBody>
          <a:bodyPr wrap="square" lIns="0" rIns="0" tIns="0" bIns="0" anchor="ctr">
            <a:spAutoFit/>
          </a:bodyPr>
          <a:lstStyle/>
          <a:p>
            <a:pPr algn="l">
              <a:lnSpc>
                <a:spcPct val="115000"/>
              </a:lnSpc>
              <a:spcAft>
                <a:spcPts val="0"/>
              </a:spcAft>
            </a:pPr>
            <a:r>
              <a:rPr sz="1600" b="1">
                <a:solidFill>
                  <a:srgbClr val="2F2F2B"/>
                </a:solidFill>
                <a:latin typeface="Arial"/>
              </a:rPr>
              <a:t>Policy record</a:t>
            </a:r>
          </a:p>
        </p:txBody>
      </p:sp>
      <p:sp>
        <p:nvSpPr>
          <p:cNvPr id="25" name="TextBox 24"/>
          <p:cNvSpPr txBox="1"/>
          <p:nvPr/>
        </p:nvSpPr>
        <p:spPr>
          <a:xfrm>
            <a:off x="3383280" y="6336792"/>
            <a:ext cx="5440679" cy="493775"/>
          </a:xfrm>
          <a:prstGeom prst="rect">
            <a:avLst/>
          </a:prstGeom>
          <a:noFill/>
        </p:spPr>
        <p:txBody>
          <a:bodyPr wrap="square" lIns="0" rIns="0" tIns="0" bIns="0" anchor="ctr">
            <a:spAutoFit/>
          </a:bodyPr>
          <a:lstStyle/>
          <a:p>
            <a:pPr algn="l">
              <a:lnSpc>
                <a:spcPct val="115000"/>
              </a:lnSpc>
              <a:spcAft>
                <a:spcPts val="0"/>
              </a:spcAft>
            </a:pPr>
            <a:r>
              <a:rPr sz="1600" b="0">
                <a:solidFill>
                  <a:srgbClr val="2F2F2B"/>
                </a:solidFill>
                <a:latin typeface="Arial"/>
              </a:rPr>
              <a:t>the 2021/22 ban and 2022 shortage</a:t>
            </a:r>
          </a:p>
        </p:txBody>
      </p:sp>
      <p:cxnSp>
        <p:nvCxnSpPr>
          <p:cNvPr id="26" name="Connector 25"/>
          <p:cNvCxnSpPr/>
          <p:nvPr/>
        </p:nvCxnSpPr>
        <p:spPr>
          <a:xfrm>
            <a:off x="1005840" y="6903720"/>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05840" y="7086600"/>
            <a:ext cx="7818119" cy="320040"/>
          </a:xfrm>
          <a:prstGeom prst="rect">
            <a:avLst/>
          </a:prstGeom>
          <a:noFill/>
        </p:spPr>
        <p:txBody>
          <a:bodyPr wrap="square" lIns="0" rIns="0" tIns="0" bIns="0" anchor="t">
            <a:spAutoFit/>
          </a:bodyPr>
          <a:lstStyle/>
          <a:p>
            <a:pPr algn="l">
              <a:lnSpc>
                <a:spcPct val="115000"/>
              </a:lnSpc>
              <a:spcAft>
                <a:spcPts val="0"/>
              </a:spcAft>
            </a:pPr>
            <a:r>
              <a:rPr sz="1400" b="1">
                <a:solidFill>
                  <a:srgbClr val="596548"/>
                </a:solidFill>
                <a:latin typeface="Arial"/>
              </a:rPr>
              <a:t>CLEANING</a:t>
            </a:r>
          </a:p>
        </p:txBody>
      </p:sp>
      <p:sp>
        <p:nvSpPr>
          <p:cNvPr id="28" name="TextBox 27"/>
          <p:cNvSpPr txBox="1"/>
          <p:nvPr/>
        </p:nvSpPr>
        <p:spPr>
          <a:xfrm>
            <a:off x="1005840" y="7452360"/>
            <a:ext cx="2423159" cy="777240"/>
          </a:xfrm>
          <a:prstGeom prst="rect">
            <a:avLst/>
          </a:prstGeom>
          <a:noFill/>
        </p:spPr>
        <p:txBody>
          <a:bodyPr wrap="square" lIns="0" rIns="0" tIns="0" bIns="0" anchor="t">
            <a:spAutoFit/>
          </a:bodyPr>
          <a:lstStyle/>
          <a:p>
            <a:pPr algn="l">
              <a:lnSpc>
                <a:spcPct val="115000"/>
              </a:lnSpc>
              <a:spcAft>
                <a:spcPts val="0"/>
              </a:spcAft>
            </a:pPr>
            <a:r>
              <a:rPr sz="3000" b="0">
                <a:solidFill>
                  <a:srgbClr val="596548"/>
                </a:solidFill>
                <a:latin typeface="Georgia"/>
              </a:rPr>
              <a:t>34 → 27</a:t>
            </a:r>
          </a:p>
        </p:txBody>
      </p:sp>
      <p:sp>
        <p:nvSpPr>
          <p:cNvPr id="29" name="TextBox 28"/>
          <p:cNvSpPr txBox="1"/>
          <p:nvPr/>
        </p:nvSpPr>
        <p:spPr>
          <a:xfrm>
            <a:off x="1005840" y="8293608"/>
            <a:ext cx="2423159" cy="822960"/>
          </a:xfrm>
          <a:prstGeom prst="rect">
            <a:avLst/>
          </a:prstGeom>
          <a:noFill/>
        </p:spPr>
        <p:txBody>
          <a:bodyPr wrap="square" lIns="0" rIns="0" tIns="0" bIns="0" anchor="t">
            <a:spAutoFit/>
          </a:bodyPr>
          <a:lstStyle/>
          <a:p>
            <a:pPr algn="l">
              <a:lnSpc>
                <a:spcPct val="110000"/>
              </a:lnSpc>
              <a:spcAft>
                <a:spcPts val="0"/>
              </a:spcAft>
            </a:pPr>
            <a:r>
              <a:rPr sz="1500" b="0">
                <a:solidFill>
                  <a:srgbClr val="6B675C"/>
                </a:solidFill>
                <a:latin typeface="Arial"/>
              </a:rPr>
              <a:t>spellings unified</a:t>
            </a:r>
          </a:p>
        </p:txBody>
      </p:sp>
      <p:sp>
        <p:nvSpPr>
          <p:cNvPr id="30" name="TextBox 29"/>
          <p:cNvSpPr txBox="1"/>
          <p:nvPr/>
        </p:nvSpPr>
        <p:spPr>
          <a:xfrm>
            <a:off x="3611879" y="7452360"/>
            <a:ext cx="2423159" cy="777240"/>
          </a:xfrm>
          <a:prstGeom prst="rect">
            <a:avLst/>
          </a:prstGeom>
          <a:noFill/>
        </p:spPr>
        <p:txBody>
          <a:bodyPr wrap="square" lIns="0" rIns="0" tIns="0" bIns="0" anchor="t">
            <a:spAutoFit/>
          </a:bodyPr>
          <a:lstStyle/>
          <a:p>
            <a:pPr algn="l">
              <a:lnSpc>
                <a:spcPct val="115000"/>
              </a:lnSpc>
              <a:spcAft>
                <a:spcPts val="0"/>
              </a:spcAft>
            </a:pPr>
            <a:r>
              <a:rPr sz="3000" b="0">
                <a:solidFill>
                  <a:srgbClr val="596548"/>
                </a:solidFill>
                <a:latin typeface="Georgia"/>
              </a:rPr>
              <a:t>21</a:t>
            </a:r>
          </a:p>
        </p:txBody>
      </p:sp>
      <p:sp>
        <p:nvSpPr>
          <p:cNvPr id="31" name="TextBox 30"/>
          <p:cNvSpPr txBox="1"/>
          <p:nvPr/>
        </p:nvSpPr>
        <p:spPr>
          <a:xfrm>
            <a:off x="3611879" y="8293608"/>
            <a:ext cx="2423159" cy="822960"/>
          </a:xfrm>
          <a:prstGeom prst="rect">
            <a:avLst/>
          </a:prstGeom>
          <a:noFill/>
        </p:spPr>
        <p:txBody>
          <a:bodyPr wrap="square" lIns="0" rIns="0" tIns="0" bIns="0" anchor="t">
            <a:spAutoFit/>
          </a:bodyPr>
          <a:lstStyle/>
          <a:p>
            <a:pPr algn="l">
              <a:lnSpc>
                <a:spcPct val="110000"/>
              </a:lnSpc>
              <a:spcAft>
                <a:spcPts val="0"/>
              </a:spcAft>
            </a:pPr>
            <a:r>
              <a:rPr sz="1500" b="0">
                <a:solidFill>
                  <a:srgbClr val="6B675C"/>
                </a:solidFill>
                <a:latin typeface="Arial"/>
              </a:rPr>
              <a:t>war-year zeros set to missing</a:t>
            </a:r>
          </a:p>
        </p:txBody>
      </p:sp>
      <p:sp>
        <p:nvSpPr>
          <p:cNvPr id="32" name="TextBox 31"/>
          <p:cNvSpPr txBox="1"/>
          <p:nvPr/>
        </p:nvSpPr>
        <p:spPr>
          <a:xfrm>
            <a:off x="6217919" y="7452360"/>
            <a:ext cx="2423159" cy="777240"/>
          </a:xfrm>
          <a:prstGeom prst="rect">
            <a:avLst/>
          </a:prstGeom>
          <a:noFill/>
        </p:spPr>
        <p:txBody>
          <a:bodyPr wrap="square" lIns="0" rIns="0" tIns="0" bIns="0" anchor="t">
            <a:spAutoFit/>
          </a:bodyPr>
          <a:lstStyle/>
          <a:p>
            <a:pPr algn="l">
              <a:lnSpc>
                <a:spcPct val="115000"/>
              </a:lnSpc>
              <a:spcAft>
                <a:spcPts val="0"/>
              </a:spcAft>
            </a:pPr>
            <a:r>
              <a:rPr sz="3000" b="0">
                <a:solidFill>
                  <a:srgbClr val="596548"/>
                </a:solidFill>
                <a:latin typeface="Georgia"/>
              </a:rPr>
              <a:t>2</a:t>
            </a:r>
          </a:p>
        </p:txBody>
      </p:sp>
      <p:sp>
        <p:nvSpPr>
          <p:cNvPr id="33" name="TextBox 32"/>
          <p:cNvSpPr txBox="1"/>
          <p:nvPr/>
        </p:nvSpPr>
        <p:spPr>
          <a:xfrm>
            <a:off x="6217919" y="8293608"/>
            <a:ext cx="2423159" cy="822960"/>
          </a:xfrm>
          <a:prstGeom prst="rect">
            <a:avLst/>
          </a:prstGeom>
          <a:noFill/>
        </p:spPr>
        <p:txBody>
          <a:bodyPr wrap="square" lIns="0" rIns="0" tIns="0" bIns="0" anchor="t">
            <a:spAutoFit/>
          </a:bodyPr>
          <a:lstStyle/>
          <a:p>
            <a:pPr algn="l">
              <a:lnSpc>
                <a:spcPct val="110000"/>
              </a:lnSpc>
              <a:spcAft>
                <a:spcPts val="0"/>
              </a:spcAft>
            </a:pPr>
            <a:r>
              <a:rPr sz="1500" b="0">
                <a:solidFill>
                  <a:srgbClr val="6B675C"/>
                </a:solidFill>
                <a:latin typeface="Arial"/>
              </a:rPr>
              <a:t>wrong season labels corrected</a:t>
            </a:r>
          </a:p>
        </p:txBody>
      </p:sp>
      <p:sp>
        <p:nvSpPr>
          <p:cNvPr id="34" name="TextBox 33"/>
          <p:cNvSpPr txBox="1"/>
          <p:nvPr/>
        </p:nvSpPr>
        <p:spPr>
          <a:xfrm>
            <a:off x="9464039" y="3246120"/>
            <a:ext cx="7818119" cy="320040"/>
          </a:xfrm>
          <a:prstGeom prst="rect">
            <a:avLst/>
          </a:prstGeom>
          <a:noFill/>
        </p:spPr>
        <p:txBody>
          <a:bodyPr wrap="square" lIns="0" rIns="0" tIns="0" bIns="0" anchor="t">
            <a:spAutoFit/>
          </a:bodyPr>
          <a:lstStyle/>
          <a:p>
            <a:pPr algn="l">
              <a:lnSpc>
                <a:spcPct val="115000"/>
              </a:lnSpc>
              <a:spcAft>
                <a:spcPts val="0"/>
              </a:spcAft>
            </a:pPr>
            <a:r>
              <a:rPr sz="1400" b="1">
                <a:solidFill>
                  <a:srgbClr val="596548"/>
                </a:solidFill>
                <a:latin typeface="Arial"/>
              </a:rPr>
              <a:t>MEAN YIELD SINCE 2010 BY MAJOR IRRIGATION SHARE</a:t>
            </a:r>
          </a:p>
        </p:txBody>
      </p:sp>
      <p:pic>
        <p:nvPicPr>
          <p:cNvPr id="35" name="Picture 34" descr="irrigation.png"/>
          <p:cNvPicPr>
            <a:picLocks noChangeAspect="1"/>
          </p:cNvPicPr>
          <p:nvPr/>
        </p:nvPicPr>
        <p:blipFill>
          <a:blip r:embed="rId2"/>
          <a:stretch>
            <a:fillRect/>
          </a:stretch>
        </p:blipFill>
        <p:spPr>
          <a:xfrm>
            <a:off x="11330917" y="3657600"/>
            <a:ext cx="4084365" cy="2514600"/>
          </a:xfrm>
          <a:prstGeom prst="rect">
            <a:avLst/>
          </a:prstGeom>
        </p:spPr>
      </p:pic>
      <p:sp>
        <p:nvSpPr>
          <p:cNvPr id="36" name="TextBox 35"/>
          <p:cNvSpPr txBox="1"/>
          <p:nvPr/>
        </p:nvSpPr>
        <p:spPr>
          <a:xfrm>
            <a:off x="9464039" y="6263640"/>
            <a:ext cx="7818119" cy="320040"/>
          </a:xfrm>
          <a:prstGeom prst="rect">
            <a:avLst/>
          </a:prstGeom>
          <a:noFill/>
        </p:spPr>
        <p:txBody>
          <a:bodyPr wrap="square" lIns="0" rIns="0" tIns="0" bIns="0" anchor="t">
            <a:spAutoFit/>
          </a:bodyPr>
          <a:lstStyle/>
          <a:p>
            <a:pPr algn="l">
              <a:lnSpc>
                <a:spcPct val="115000"/>
              </a:lnSpc>
              <a:spcAft>
                <a:spcPts val="0"/>
              </a:spcAft>
            </a:pPr>
            <a:r>
              <a:rPr sz="1400" b="1">
                <a:solidFill>
                  <a:srgbClr val="596548"/>
                </a:solidFill>
                <a:latin typeface="Arial"/>
              </a:rPr>
              <a:t>WHAT THE ANALYSIS SHOWED</a:t>
            </a:r>
          </a:p>
        </p:txBody>
      </p:sp>
      <p:cxnSp>
        <p:nvCxnSpPr>
          <p:cNvPr id="37" name="Connector 36"/>
          <p:cNvCxnSpPr/>
          <p:nvPr/>
        </p:nvCxnSpPr>
        <p:spPr>
          <a:xfrm>
            <a:off x="9464039" y="6629400"/>
            <a:ext cx="781812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464039" y="6702552"/>
            <a:ext cx="1554480" cy="676655"/>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Trend</a:t>
            </a:r>
          </a:p>
        </p:txBody>
      </p:sp>
      <p:sp>
        <p:nvSpPr>
          <p:cNvPr id="39" name="TextBox 38"/>
          <p:cNvSpPr txBox="1"/>
          <p:nvPr/>
        </p:nvSpPr>
        <p:spPr>
          <a:xfrm>
            <a:off x="11201399" y="6702552"/>
            <a:ext cx="6080759" cy="676655"/>
          </a:xfrm>
          <a:prstGeom prst="rect">
            <a:avLst/>
          </a:prstGeom>
          <a:noFill/>
        </p:spPr>
        <p:txBody>
          <a:bodyPr wrap="square" lIns="0" rIns="0" tIns="0" bIns="0" anchor="ctr">
            <a:spAutoFit/>
          </a:bodyPr>
          <a:lstStyle/>
          <a:p>
            <a:pPr algn="l">
              <a:lnSpc>
                <a:spcPct val="115000"/>
              </a:lnSpc>
              <a:spcAft>
                <a:spcPts val="0"/>
              </a:spcAft>
            </a:pPr>
            <a:r>
              <a:rPr sz="1500" b="0">
                <a:solidFill>
                  <a:srgbClr val="2F2F2B"/>
                </a:solidFill>
                <a:latin typeface="Arial"/>
              </a:rPr>
              <a:t>Yields rose from about 3,000 to 4,500 kg/ha over forty years, then fell sharply in 2021/22</a:t>
            </a:r>
          </a:p>
        </p:txBody>
      </p:sp>
      <p:cxnSp>
        <p:nvCxnSpPr>
          <p:cNvPr id="40" name="Connector 39"/>
          <p:cNvCxnSpPr/>
          <p:nvPr/>
        </p:nvCxnSpPr>
        <p:spPr>
          <a:xfrm>
            <a:off x="9464039" y="7452360"/>
            <a:ext cx="781812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464039" y="7525512"/>
            <a:ext cx="1554480" cy="676655"/>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Irrigation</a:t>
            </a:r>
          </a:p>
        </p:txBody>
      </p:sp>
      <p:sp>
        <p:nvSpPr>
          <p:cNvPr id="42" name="TextBox 41"/>
          <p:cNvSpPr txBox="1"/>
          <p:nvPr/>
        </p:nvSpPr>
        <p:spPr>
          <a:xfrm>
            <a:off x="11201399" y="7525512"/>
            <a:ext cx="6080759" cy="676655"/>
          </a:xfrm>
          <a:prstGeom prst="rect">
            <a:avLst/>
          </a:prstGeom>
          <a:noFill/>
        </p:spPr>
        <p:txBody>
          <a:bodyPr wrap="square" lIns="0" rIns="0" tIns="0" bIns="0" anchor="ctr">
            <a:spAutoFit/>
          </a:bodyPr>
          <a:lstStyle/>
          <a:p>
            <a:pPr algn="l">
              <a:lnSpc>
                <a:spcPct val="115000"/>
              </a:lnSpc>
              <a:spcAft>
                <a:spcPts val="0"/>
              </a:spcAft>
            </a:pPr>
            <a:r>
              <a:rPr sz="1500" b="0">
                <a:solidFill>
                  <a:srgbClr val="2F2F2B"/>
                </a:solidFill>
                <a:latin typeface="Arial"/>
              </a:rPr>
              <a:t>Rainfed share r = -0.61 with yield, far stronger than weather (heavy-rain days r = -0.26)</a:t>
            </a:r>
          </a:p>
        </p:txBody>
      </p:sp>
      <p:cxnSp>
        <p:nvCxnSpPr>
          <p:cNvPr id="43" name="Connector 42"/>
          <p:cNvCxnSpPr/>
          <p:nvPr/>
        </p:nvCxnSpPr>
        <p:spPr>
          <a:xfrm>
            <a:off x="9464039" y="8275320"/>
            <a:ext cx="781812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464039" y="8348471"/>
            <a:ext cx="1554480" cy="676655"/>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Seasons</a:t>
            </a:r>
          </a:p>
        </p:txBody>
      </p:sp>
      <p:sp>
        <p:nvSpPr>
          <p:cNvPr id="45" name="TextBox 44"/>
          <p:cNvSpPr txBox="1"/>
          <p:nvPr/>
        </p:nvSpPr>
        <p:spPr>
          <a:xfrm>
            <a:off x="11201399" y="8348471"/>
            <a:ext cx="6080759" cy="676655"/>
          </a:xfrm>
          <a:prstGeom prst="rect">
            <a:avLst/>
          </a:prstGeom>
          <a:noFill/>
        </p:spPr>
        <p:txBody>
          <a:bodyPr wrap="square" lIns="0" rIns="0" tIns="0" bIns="0" anchor="ctr">
            <a:spAutoFit/>
          </a:bodyPr>
          <a:lstStyle/>
          <a:p>
            <a:pPr algn="l">
              <a:lnSpc>
                <a:spcPct val="115000"/>
              </a:lnSpc>
              <a:spcAft>
                <a:spcPts val="0"/>
              </a:spcAft>
            </a:pPr>
            <a:r>
              <a:rPr sz="1500" b="0">
                <a:solidFill>
                  <a:srgbClr val="2F2F2B"/>
                </a:solidFill>
                <a:latin typeface="Arial"/>
              </a:rPr>
              <a:t>Maha above Yala in 65% of district-years, by 136 kg/ha on average (p &lt; 0.001)</a:t>
            </a:r>
          </a:p>
        </p:txBody>
      </p:sp>
      <p:cxnSp>
        <p:nvCxnSpPr>
          <p:cNvPr id="46" name="Connector 45"/>
          <p:cNvCxnSpPr/>
          <p:nvPr/>
        </p:nvCxnSpPr>
        <p:spPr>
          <a:xfrm>
            <a:off x="9464039" y="9098280"/>
            <a:ext cx="781812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3E2"/>
        </a:solidFill>
        <a:effectLst/>
      </p:bgPr>
    </p:bg>
    <p:spTree>
      <p:nvGrpSpPr>
        <p:cNvPr id="1" name=""/>
        <p:cNvGrpSpPr/>
        <p:nvPr/>
      </p:nvGrpSpPr>
      <p:grpSpPr/>
      <p:sp>
        <p:nvSpPr>
          <p:cNvPr id="2" name="Rectangle 1"/>
          <p:cNvSpPr/>
          <p:nvPr/>
        </p:nvSpPr>
        <p:spPr>
          <a:xfrm>
            <a:off x="0" y="0"/>
            <a:ext cx="4818888" cy="182880"/>
          </a:xfrm>
          <a:prstGeom prst="rect">
            <a:avLst/>
          </a:prstGeom>
          <a:solidFill>
            <a:srgbClr val="C9D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411480"/>
            <a:ext cx="8229600" cy="548640"/>
          </a:xfrm>
          <a:prstGeom prst="rect">
            <a:avLst/>
          </a:prstGeom>
          <a:noFill/>
        </p:spPr>
        <p:txBody>
          <a:bodyPr wrap="square" lIns="0" rIns="0" tIns="0" bIns="0" anchor="ctr">
            <a:spAutoFit/>
          </a:bodyPr>
          <a:lstStyle/>
          <a:p>
            <a:pPr algn="l">
              <a:lnSpc>
                <a:spcPct val="115000"/>
              </a:lnSpc>
              <a:spcAft>
                <a:spcPts val="0"/>
              </a:spcAft>
            </a:pPr>
            <a:r>
              <a:rPr sz="1400" b="0">
                <a:solidFill>
                  <a:srgbClr val="6B675C"/>
                </a:solidFill>
                <a:latin typeface="Arial"/>
              </a:rPr>
              <a:t>SRI LANKA DISTRICT PADDY YIELD PREDICTION</a:t>
            </a:r>
          </a:p>
        </p:txBody>
      </p:sp>
      <p:sp>
        <p:nvSpPr>
          <p:cNvPr id="4" name="TextBox 3"/>
          <p:cNvSpPr txBox="1"/>
          <p:nvPr/>
        </p:nvSpPr>
        <p:spPr>
          <a:xfrm>
            <a:off x="9144000" y="411480"/>
            <a:ext cx="8138159" cy="548640"/>
          </a:xfrm>
          <a:prstGeom prst="rect">
            <a:avLst/>
          </a:prstGeom>
          <a:noFill/>
        </p:spPr>
        <p:txBody>
          <a:bodyPr wrap="square" lIns="0" rIns="0" tIns="0" bIns="0" anchor="ctr">
            <a:spAutoFit/>
          </a:bodyPr>
          <a:lstStyle/>
          <a:p>
            <a:pPr algn="r">
              <a:lnSpc>
                <a:spcPct val="115000"/>
              </a:lnSpc>
              <a:spcAft>
                <a:spcPts val="0"/>
              </a:spcAft>
            </a:pPr>
            <a:r>
              <a:rPr sz="1400" b="0">
                <a:solidFill>
                  <a:srgbClr val="6B675C"/>
                </a:solidFill>
                <a:latin typeface="Arial"/>
              </a:rPr>
              <a:t>269219J  |  OCTOBER 2026</a:t>
            </a:r>
          </a:p>
        </p:txBody>
      </p:sp>
      <p:cxnSp>
        <p:nvCxnSpPr>
          <p:cNvPr id="5" name="Connector 4"/>
          <p:cNvCxnSpPr/>
          <p:nvPr/>
        </p:nvCxnSpPr>
        <p:spPr>
          <a:xfrm>
            <a:off x="0" y="1143000"/>
            <a:ext cx="18288000" cy="0"/>
          </a:xfrm>
          <a:prstGeom prst="line">
            <a:avLst/>
          </a:prstGeom>
          <a:ln w="9525">
            <a:solidFill>
              <a:srgbClr val="2F2F2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 y="9464040"/>
            <a:ext cx="16276319" cy="457200"/>
          </a:xfrm>
          <a:prstGeom prst="rect">
            <a:avLst/>
          </a:prstGeom>
          <a:noFill/>
        </p:spPr>
        <p:txBody>
          <a:bodyPr wrap="square" lIns="0" rIns="0" tIns="0" bIns="0" anchor="ctr">
            <a:spAutoFit/>
          </a:bodyPr>
          <a:lstStyle/>
          <a:p>
            <a:pPr algn="ctr">
              <a:lnSpc>
                <a:spcPct val="115000"/>
              </a:lnSpc>
              <a:spcAft>
                <a:spcPts val="0"/>
              </a:spcAft>
            </a:pPr>
            <a:r>
              <a:rPr sz="1600" b="0">
                <a:solidFill>
                  <a:srgbClr val="6B675C"/>
                </a:solidFill>
                <a:latin typeface="Arial"/>
              </a:rPr>
              <a:t>04</a:t>
            </a:r>
          </a:p>
        </p:txBody>
      </p:sp>
      <p:sp>
        <p:nvSpPr>
          <p:cNvPr id="7" name="TextBox 6"/>
          <p:cNvSpPr txBox="1"/>
          <p:nvPr/>
        </p:nvSpPr>
        <p:spPr>
          <a:xfrm>
            <a:off x="1005840" y="1417320"/>
            <a:ext cx="16276319" cy="868680"/>
          </a:xfrm>
          <a:prstGeom prst="rect">
            <a:avLst/>
          </a:prstGeom>
          <a:noFill/>
        </p:spPr>
        <p:txBody>
          <a:bodyPr wrap="square" lIns="0" rIns="0" tIns="0" bIns="0" anchor="ctr">
            <a:spAutoFit/>
          </a:bodyPr>
          <a:lstStyle/>
          <a:p>
            <a:pPr algn="l">
              <a:lnSpc>
                <a:spcPct val="115000"/>
              </a:lnSpc>
              <a:spcAft>
                <a:spcPts val="0"/>
              </a:spcAft>
            </a:pPr>
            <a:r>
              <a:rPr sz="5000" b="0">
                <a:solidFill>
                  <a:srgbClr val="596548"/>
                </a:solidFill>
                <a:latin typeface="Georgia"/>
              </a:rPr>
              <a:t>DATA PREPROCESSING</a:t>
            </a:r>
          </a:p>
        </p:txBody>
      </p:sp>
      <p:sp>
        <p:nvSpPr>
          <p:cNvPr id="8" name="TextBox 7"/>
          <p:cNvSpPr txBox="1"/>
          <p:nvPr/>
        </p:nvSpPr>
        <p:spPr>
          <a:xfrm>
            <a:off x="1005840" y="2286000"/>
            <a:ext cx="16276319" cy="548640"/>
          </a:xfrm>
          <a:prstGeom prst="rect">
            <a:avLst/>
          </a:prstGeom>
          <a:noFill/>
        </p:spPr>
        <p:txBody>
          <a:bodyPr wrap="square" lIns="0" rIns="0" tIns="0" bIns="0" anchor="ctr">
            <a:spAutoFit/>
          </a:bodyPr>
          <a:lstStyle/>
          <a:p>
            <a:pPr algn="l">
              <a:lnSpc>
                <a:spcPct val="115000"/>
              </a:lnSpc>
              <a:spcAft>
                <a:spcPts val="0"/>
              </a:spcAft>
            </a:pPr>
            <a:r>
              <a:rPr sz="2100" b="0">
                <a:solidFill>
                  <a:srgbClr val="2F2F2B"/>
                </a:solidFill>
                <a:latin typeface="Arial"/>
              </a:rPr>
              <a:t>Every step was checked on the data, and anything learned from data was fitted on training seasons only</a:t>
            </a:r>
          </a:p>
        </p:txBody>
      </p:sp>
      <p:cxnSp>
        <p:nvCxnSpPr>
          <p:cNvPr id="9" name="Connector 8"/>
          <p:cNvCxnSpPr/>
          <p:nvPr/>
        </p:nvCxnSpPr>
        <p:spPr>
          <a:xfrm>
            <a:off x="1005840" y="2971800"/>
            <a:ext cx="16276320" cy="0"/>
          </a:xfrm>
          <a:prstGeom prst="line">
            <a:avLst/>
          </a:prstGeom>
          <a:ln w="15875">
            <a:solidFill>
              <a:srgbClr val="59654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05840" y="3246120"/>
            <a:ext cx="7818119" cy="320040"/>
          </a:xfrm>
          <a:prstGeom prst="rect">
            <a:avLst/>
          </a:prstGeom>
          <a:noFill/>
        </p:spPr>
        <p:txBody>
          <a:bodyPr wrap="square" lIns="0" rIns="0" tIns="0" bIns="0" anchor="t">
            <a:spAutoFit/>
          </a:bodyPr>
          <a:lstStyle/>
          <a:p>
            <a:pPr algn="l">
              <a:lnSpc>
                <a:spcPct val="115000"/>
              </a:lnSpc>
              <a:spcAft>
                <a:spcPts val="0"/>
              </a:spcAft>
            </a:pPr>
            <a:r>
              <a:rPr sz="1400" b="1">
                <a:solidFill>
                  <a:srgbClr val="596548"/>
                </a:solidFill>
                <a:latin typeface="Arial"/>
              </a:rPr>
              <a:t>CLEANING, APPLIED ONCE TO THE WHOLE TABLE</a:t>
            </a:r>
          </a:p>
        </p:txBody>
      </p:sp>
      <p:cxnSp>
        <p:nvCxnSpPr>
          <p:cNvPr id="11" name="Connector 10"/>
          <p:cNvCxnSpPr/>
          <p:nvPr/>
        </p:nvCxnSpPr>
        <p:spPr>
          <a:xfrm>
            <a:off x="1005840" y="3657600"/>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05840" y="3730752"/>
            <a:ext cx="2286000" cy="941832"/>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Null detection</a:t>
            </a:r>
          </a:p>
        </p:txBody>
      </p:sp>
      <p:sp>
        <p:nvSpPr>
          <p:cNvPr id="13" name="TextBox 12"/>
          <p:cNvSpPr txBox="1"/>
          <p:nvPr/>
        </p:nvSpPr>
        <p:spPr>
          <a:xfrm>
            <a:off x="3474720" y="3730752"/>
            <a:ext cx="5349239" cy="941832"/>
          </a:xfrm>
          <a:prstGeom prst="rect">
            <a:avLst/>
          </a:prstGeom>
          <a:noFill/>
        </p:spPr>
        <p:txBody>
          <a:bodyPr wrap="square" lIns="0" rIns="0" tIns="0" bIns="0" anchor="ctr">
            <a:spAutoFit/>
          </a:bodyPr>
          <a:lstStyle/>
          <a:p>
            <a:pPr algn="l">
              <a:lnSpc>
                <a:spcPct val="115000"/>
              </a:lnSpc>
              <a:spcAft>
                <a:spcPts val="0"/>
              </a:spcAft>
            </a:pPr>
            <a:r>
              <a:rPr sz="1400" b="0">
                <a:solidFill>
                  <a:srgbClr val="2F2F2B"/>
                </a:solidFill>
                <a:latin typeface="Arial"/>
              </a:rPr>
              <a:t>6,130 dash cells and NASA -999 codes turned into missing values (4.5, 6.1)</a:t>
            </a:r>
          </a:p>
        </p:txBody>
      </p:sp>
      <p:cxnSp>
        <p:nvCxnSpPr>
          <p:cNvPr id="14" name="Connector 13"/>
          <p:cNvCxnSpPr/>
          <p:nvPr/>
        </p:nvCxnSpPr>
        <p:spPr>
          <a:xfrm>
            <a:off x="1005840" y="4745736"/>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05840" y="4818888"/>
            <a:ext cx="2286000" cy="941832"/>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Inconsistent data</a:t>
            </a:r>
          </a:p>
        </p:txBody>
      </p:sp>
      <p:sp>
        <p:nvSpPr>
          <p:cNvPr id="16" name="TextBox 15"/>
          <p:cNvSpPr txBox="1"/>
          <p:nvPr/>
        </p:nvSpPr>
        <p:spPr>
          <a:xfrm>
            <a:off x="3474720" y="4818888"/>
            <a:ext cx="5349239" cy="941832"/>
          </a:xfrm>
          <a:prstGeom prst="rect">
            <a:avLst/>
          </a:prstGeom>
          <a:noFill/>
        </p:spPr>
        <p:txBody>
          <a:bodyPr wrap="square" lIns="0" rIns="0" tIns="0" bIns="0" anchor="ctr">
            <a:spAutoFit/>
          </a:bodyPr>
          <a:lstStyle/>
          <a:p>
            <a:pPr algn="l">
              <a:lnSpc>
                <a:spcPct val="115000"/>
              </a:lnSpc>
              <a:spcAft>
                <a:spcPts val="0"/>
              </a:spcAft>
            </a:pPr>
            <a:r>
              <a:rPr sz="1400" b="0">
                <a:solidFill>
                  <a:srgbClr val="2F2F2B"/>
                </a:solidFill>
                <a:latin typeface="Arial"/>
              </a:rPr>
              <a:t>34 spellings to 27 places, 2000/2021 and 198 labels fixed, tables cross-checked (4.3, 4.4, 6.3)</a:t>
            </a:r>
          </a:p>
        </p:txBody>
      </p:sp>
      <p:cxnSp>
        <p:nvCxnSpPr>
          <p:cNvPr id="17" name="Connector 16"/>
          <p:cNvCxnSpPr/>
          <p:nvPr/>
        </p:nvCxnSpPr>
        <p:spPr>
          <a:xfrm>
            <a:off x="1005840" y="5833871"/>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05840" y="5907024"/>
            <a:ext cx="2286000" cy="941832"/>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Outliers</a:t>
            </a:r>
          </a:p>
        </p:txBody>
      </p:sp>
      <p:sp>
        <p:nvSpPr>
          <p:cNvPr id="19" name="TextBox 18"/>
          <p:cNvSpPr txBox="1"/>
          <p:nvPr/>
        </p:nvSpPr>
        <p:spPr>
          <a:xfrm>
            <a:off x="3474720" y="5907024"/>
            <a:ext cx="5349239" cy="941832"/>
          </a:xfrm>
          <a:prstGeom prst="rect">
            <a:avLst/>
          </a:prstGeom>
          <a:noFill/>
        </p:spPr>
        <p:txBody>
          <a:bodyPr wrap="square" lIns="0" rIns="0" tIns="0" bIns="0" anchor="ctr">
            <a:spAutoFit/>
          </a:bodyPr>
          <a:lstStyle/>
          <a:p>
            <a:pPr algn="l">
              <a:lnSpc>
                <a:spcPct val="115000"/>
              </a:lnSpc>
              <a:spcAft>
                <a:spcPts val="0"/>
              </a:spcAft>
            </a:pPr>
            <a:r>
              <a:rPr sz="1400" b="0">
                <a:solidFill>
                  <a:srgbClr val="2F2F2B"/>
                </a:solidFill>
                <a:latin typeface="Arial"/>
              </a:rPr>
              <a:t>21 war-year zero yields set to missing, genuine extremes kept, interquartile range (IQR) and local checks (6.4)</a:t>
            </a:r>
          </a:p>
        </p:txBody>
      </p:sp>
      <p:cxnSp>
        <p:nvCxnSpPr>
          <p:cNvPr id="20" name="Connector 19"/>
          <p:cNvCxnSpPr/>
          <p:nvPr/>
        </p:nvCxnSpPr>
        <p:spPr>
          <a:xfrm>
            <a:off x="1005840" y="6922008"/>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05840" y="6995160"/>
            <a:ext cx="2286000" cy="941832"/>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Duplicates and types</a:t>
            </a:r>
          </a:p>
        </p:txBody>
      </p:sp>
      <p:sp>
        <p:nvSpPr>
          <p:cNvPr id="22" name="TextBox 21"/>
          <p:cNvSpPr txBox="1"/>
          <p:nvPr/>
        </p:nvSpPr>
        <p:spPr>
          <a:xfrm>
            <a:off x="3474720" y="6995160"/>
            <a:ext cx="5349239" cy="941832"/>
          </a:xfrm>
          <a:prstGeom prst="rect">
            <a:avLst/>
          </a:prstGeom>
          <a:noFill/>
        </p:spPr>
        <p:txBody>
          <a:bodyPr wrap="square" lIns="0" rIns="0" tIns="0" bIns="0" anchor="ctr">
            <a:spAutoFit/>
          </a:bodyPr>
          <a:lstStyle/>
          <a:p>
            <a:pPr algn="l">
              <a:lnSpc>
                <a:spcPct val="115000"/>
              </a:lnSpc>
              <a:spcAft>
                <a:spcPts val="0"/>
              </a:spcAft>
            </a:pPr>
            <a:r>
              <a:rPr sz="1400" b="0">
                <a:solidFill>
                  <a:srgbClr val="2F2F2B"/>
                </a:solidFill>
                <a:latin typeface="Arial"/>
              </a:rPr>
              <a:t>No duplicate district-seasons, every column converted to its proper type (6.2, 6.5)</a:t>
            </a:r>
          </a:p>
        </p:txBody>
      </p:sp>
      <p:cxnSp>
        <p:nvCxnSpPr>
          <p:cNvPr id="23" name="Connector 22"/>
          <p:cNvCxnSpPr/>
          <p:nvPr/>
        </p:nvCxnSpPr>
        <p:spPr>
          <a:xfrm>
            <a:off x="1005840" y="8010144"/>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05840" y="8083296"/>
            <a:ext cx="2286000" cy="941832"/>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Leakage</a:t>
            </a:r>
          </a:p>
        </p:txBody>
      </p:sp>
      <p:sp>
        <p:nvSpPr>
          <p:cNvPr id="25" name="TextBox 24"/>
          <p:cNvSpPr txBox="1"/>
          <p:nvPr/>
        </p:nvSpPr>
        <p:spPr>
          <a:xfrm>
            <a:off x="3474720" y="8083296"/>
            <a:ext cx="5349239" cy="941832"/>
          </a:xfrm>
          <a:prstGeom prst="rect">
            <a:avLst/>
          </a:prstGeom>
          <a:noFill/>
        </p:spPr>
        <p:txBody>
          <a:bodyPr wrap="square" lIns="0" rIns="0" tIns="0" bIns="0" anchor="ctr">
            <a:spAutoFit/>
          </a:bodyPr>
          <a:lstStyle/>
          <a:p>
            <a:pPr algn="l">
              <a:lnSpc>
                <a:spcPct val="115000"/>
              </a:lnSpc>
              <a:spcAft>
                <a:spcPts val="0"/>
              </a:spcAft>
            </a:pPr>
            <a:r>
              <a:rPr sz="1400" b="0">
                <a:solidFill>
                  <a:srgbClr val="2F2F2B"/>
                </a:solidFill>
                <a:latin typeface="Arial"/>
              </a:rPr>
              <a:t>Production and harvested extent excluded, history from earlier seasons only (7.4, 9.4)</a:t>
            </a:r>
          </a:p>
        </p:txBody>
      </p:sp>
      <p:cxnSp>
        <p:nvCxnSpPr>
          <p:cNvPr id="26" name="Connector 25"/>
          <p:cNvCxnSpPr/>
          <p:nvPr/>
        </p:nvCxnSpPr>
        <p:spPr>
          <a:xfrm>
            <a:off x="1005840" y="9098280"/>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464039" y="3246120"/>
            <a:ext cx="7818119" cy="320040"/>
          </a:xfrm>
          <a:prstGeom prst="rect">
            <a:avLst/>
          </a:prstGeom>
          <a:noFill/>
        </p:spPr>
        <p:txBody>
          <a:bodyPr wrap="square" lIns="0" rIns="0" tIns="0" bIns="0" anchor="t">
            <a:spAutoFit/>
          </a:bodyPr>
          <a:lstStyle/>
          <a:p>
            <a:pPr algn="l">
              <a:lnSpc>
                <a:spcPct val="115000"/>
              </a:lnSpc>
              <a:spcAft>
                <a:spcPts val="0"/>
              </a:spcAft>
            </a:pPr>
            <a:r>
              <a:rPr sz="1400" b="1">
                <a:solidFill>
                  <a:srgbClr val="596548"/>
                </a:solidFill>
                <a:latin typeface="Arial"/>
              </a:rPr>
              <a:t>PIPELINE, FITTED ON THE TRAINING SEASONS OF EACH FOLD</a:t>
            </a:r>
          </a:p>
        </p:txBody>
      </p:sp>
      <p:cxnSp>
        <p:nvCxnSpPr>
          <p:cNvPr id="28" name="Connector 27"/>
          <p:cNvCxnSpPr/>
          <p:nvPr/>
        </p:nvCxnSpPr>
        <p:spPr>
          <a:xfrm>
            <a:off x="9464039" y="3657600"/>
            <a:ext cx="781812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464039" y="3730752"/>
            <a:ext cx="2286000" cy="941832"/>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Missing values</a:t>
            </a:r>
          </a:p>
        </p:txBody>
      </p:sp>
      <p:sp>
        <p:nvSpPr>
          <p:cNvPr id="30" name="TextBox 29"/>
          <p:cNvSpPr txBox="1"/>
          <p:nvPr/>
        </p:nvSpPr>
        <p:spPr>
          <a:xfrm>
            <a:off x="11932919" y="3730752"/>
            <a:ext cx="5349239" cy="941832"/>
          </a:xfrm>
          <a:prstGeom prst="rect">
            <a:avLst/>
          </a:prstGeom>
          <a:noFill/>
        </p:spPr>
        <p:txBody>
          <a:bodyPr wrap="square" lIns="0" rIns="0" tIns="0" bIns="0" anchor="ctr">
            <a:spAutoFit/>
          </a:bodyPr>
          <a:lstStyle/>
          <a:p>
            <a:pPr algn="l">
              <a:lnSpc>
                <a:spcPct val="115000"/>
              </a:lnSpc>
              <a:spcAft>
                <a:spcPts val="0"/>
              </a:spcAft>
            </a:pPr>
            <a:r>
              <a:rPr sz="1400" b="0">
                <a:solidFill>
                  <a:srgbClr val="2F2F2B"/>
                </a:solidFill>
                <a:latin typeface="Arial"/>
              </a:rPr>
              <a:t>Missing yields left out. Missing inputs filled with the training median, 3,372 gaps (6.1, 9.3)</a:t>
            </a:r>
          </a:p>
        </p:txBody>
      </p:sp>
      <p:cxnSp>
        <p:nvCxnSpPr>
          <p:cNvPr id="31" name="Connector 30"/>
          <p:cNvCxnSpPr/>
          <p:nvPr/>
        </p:nvCxnSpPr>
        <p:spPr>
          <a:xfrm>
            <a:off x="9464039" y="4745736"/>
            <a:ext cx="781812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464039" y="4818888"/>
            <a:ext cx="2286000" cy="941832"/>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Multicollinearity</a:t>
            </a:r>
          </a:p>
        </p:txBody>
      </p:sp>
      <p:sp>
        <p:nvSpPr>
          <p:cNvPr id="33" name="TextBox 32"/>
          <p:cNvSpPr txBox="1"/>
          <p:nvPr/>
        </p:nvSpPr>
        <p:spPr>
          <a:xfrm>
            <a:off x="11932919" y="4818888"/>
            <a:ext cx="5349239" cy="941832"/>
          </a:xfrm>
          <a:prstGeom prst="rect">
            <a:avLst/>
          </a:prstGeom>
          <a:noFill/>
        </p:spPr>
        <p:txBody>
          <a:bodyPr wrap="square" lIns="0" rIns="0" tIns="0" bIns="0" anchor="ctr">
            <a:spAutoFit/>
          </a:bodyPr>
          <a:lstStyle/>
          <a:p>
            <a:pPr algn="l">
              <a:lnSpc>
                <a:spcPct val="115000"/>
              </a:lnSpc>
              <a:spcAft>
                <a:spcPts val="0"/>
              </a:spcAft>
            </a:pPr>
            <a:r>
              <a:rPr sz="1400" b="0">
                <a:solidFill>
                  <a:srgbClr val="2F2F2B"/>
                </a:solidFill>
                <a:latin typeface="Arial"/>
              </a:rPr>
              <a:t>Correlation and variance inflation factor (VIF) checked, one temperature kept of three (7.3, 10.1)</a:t>
            </a:r>
          </a:p>
        </p:txBody>
      </p:sp>
      <p:cxnSp>
        <p:nvCxnSpPr>
          <p:cNvPr id="34" name="Connector 33"/>
          <p:cNvCxnSpPr/>
          <p:nvPr/>
        </p:nvCxnSpPr>
        <p:spPr>
          <a:xfrm>
            <a:off x="9464039" y="5833871"/>
            <a:ext cx="781812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464039" y="5907024"/>
            <a:ext cx="2286000" cy="941832"/>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Transformation</a:t>
            </a:r>
          </a:p>
        </p:txBody>
      </p:sp>
      <p:sp>
        <p:nvSpPr>
          <p:cNvPr id="36" name="TextBox 35"/>
          <p:cNvSpPr txBox="1"/>
          <p:nvPr/>
        </p:nvSpPr>
        <p:spPr>
          <a:xfrm>
            <a:off x="11932919" y="5907024"/>
            <a:ext cx="5349239" cy="941832"/>
          </a:xfrm>
          <a:prstGeom prst="rect">
            <a:avLst/>
          </a:prstGeom>
          <a:noFill/>
        </p:spPr>
        <p:txBody>
          <a:bodyPr wrap="square" lIns="0" rIns="0" tIns="0" bIns="0" anchor="ctr">
            <a:spAutoFit/>
          </a:bodyPr>
          <a:lstStyle/>
          <a:p>
            <a:pPr algn="l">
              <a:lnSpc>
                <a:spcPct val="115000"/>
              </a:lnSpc>
              <a:spcAft>
                <a:spcPts val="0"/>
              </a:spcAft>
            </a:pPr>
            <a:r>
              <a:rPr sz="1400" b="0">
                <a:solidFill>
                  <a:srgbClr val="2F2F2B"/>
                </a:solidFill>
                <a:latin typeface="Arial"/>
              </a:rPr>
              <a:t>Log of five skewed features tested, no gain (358 against 355), so not used (9.3)</a:t>
            </a:r>
          </a:p>
        </p:txBody>
      </p:sp>
      <p:cxnSp>
        <p:nvCxnSpPr>
          <p:cNvPr id="37" name="Connector 36"/>
          <p:cNvCxnSpPr/>
          <p:nvPr/>
        </p:nvCxnSpPr>
        <p:spPr>
          <a:xfrm>
            <a:off x="9464039" y="6922008"/>
            <a:ext cx="781812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464039" y="6995160"/>
            <a:ext cx="2286000" cy="941832"/>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Scaling</a:t>
            </a:r>
          </a:p>
        </p:txBody>
      </p:sp>
      <p:sp>
        <p:nvSpPr>
          <p:cNvPr id="39" name="TextBox 38"/>
          <p:cNvSpPr txBox="1"/>
          <p:nvPr/>
        </p:nvSpPr>
        <p:spPr>
          <a:xfrm>
            <a:off x="11932919" y="6995160"/>
            <a:ext cx="5349239" cy="941832"/>
          </a:xfrm>
          <a:prstGeom prst="rect">
            <a:avLst/>
          </a:prstGeom>
          <a:noFill/>
        </p:spPr>
        <p:txBody>
          <a:bodyPr wrap="square" lIns="0" rIns="0" tIns="0" bIns="0" anchor="ctr">
            <a:spAutoFit/>
          </a:bodyPr>
          <a:lstStyle/>
          <a:p>
            <a:pPr algn="l">
              <a:lnSpc>
                <a:spcPct val="115000"/>
              </a:lnSpc>
              <a:spcAft>
                <a:spcPts val="0"/>
              </a:spcAft>
            </a:pPr>
            <a:r>
              <a:rPr sz="1400" b="0">
                <a:solidFill>
                  <a:srgbClr val="2F2F2B"/>
                </a:solidFill>
                <a:latin typeface="Arial"/>
              </a:rPr>
              <a:t>StandardScaler kept, RobustScaler gave the same error (355.0 and 355.2) (9.3)</a:t>
            </a:r>
          </a:p>
        </p:txBody>
      </p:sp>
      <p:cxnSp>
        <p:nvCxnSpPr>
          <p:cNvPr id="40" name="Connector 39"/>
          <p:cNvCxnSpPr/>
          <p:nvPr/>
        </p:nvCxnSpPr>
        <p:spPr>
          <a:xfrm>
            <a:off x="9464039" y="8010144"/>
            <a:ext cx="781812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464039" y="8083296"/>
            <a:ext cx="2286000" cy="941832"/>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Encoding</a:t>
            </a:r>
          </a:p>
        </p:txBody>
      </p:sp>
      <p:sp>
        <p:nvSpPr>
          <p:cNvPr id="42" name="TextBox 41"/>
          <p:cNvSpPr txBox="1"/>
          <p:nvPr/>
        </p:nvSpPr>
        <p:spPr>
          <a:xfrm>
            <a:off x="11932919" y="8083296"/>
            <a:ext cx="5349239" cy="941832"/>
          </a:xfrm>
          <a:prstGeom prst="rect">
            <a:avLst/>
          </a:prstGeom>
          <a:noFill/>
        </p:spPr>
        <p:txBody>
          <a:bodyPr wrap="square" lIns="0" rIns="0" tIns="0" bIns="0" anchor="ctr">
            <a:spAutoFit/>
          </a:bodyPr>
          <a:lstStyle/>
          <a:p>
            <a:pPr algn="l">
              <a:lnSpc>
                <a:spcPct val="115000"/>
              </a:lnSpc>
              <a:spcAft>
                <a:spcPts val="0"/>
              </a:spcAft>
            </a:pPr>
            <a:r>
              <a:rPr sz="1400" b="0">
                <a:solidFill>
                  <a:srgbClr val="2F2F2B"/>
                </a:solidFill>
                <a:latin typeface="Arial"/>
              </a:rPr>
              <a:t>One-hot district and season. Models with native category support skip this step (9.3, 15.5)</a:t>
            </a:r>
          </a:p>
        </p:txBody>
      </p:sp>
      <p:cxnSp>
        <p:nvCxnSpPr>
          <p:cNvPr id="43" name="Connector 42"/>
          <p:cNvCxnSpPr/>
          <p:nvPr/>
        </p:nvCxnSpPr>
        <p:spPr>
          <a:xfrm>
            <a:off x="9464039" y="9098280"/>
            <a:ext cx="781812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3E2"/>
        </a:solidFill>
        <a:effectLst/>
      </p:bgPr>
    </p:bg>
    <p:spTree>
      <p:nvGrpSpPr>
        <p:cNvPr id="1" name=""/>
        <p:cNvGrpSpPr/>
        <p:nvPr/>
      </p:nvGrpSpPr>
      <p:grpSpPr/>
      <p:sp>
        <p:nvSpPr>
          <p:cNvPr id="2" name="Rectangle 1"/>
          <p:cNvSpPr/>
          <p:nvPr/>
        </p:nvSpPr>
        <p:spPr>
          <a:xfrm>
            <a:off x="0" y="0"/>
            <a:ext cx="4818888" cy="182880"/>
          </a:xfrm>
          <a:prstGeom prst="rect">
            <a:avLst/>
          </a:prstGeom>
          <a:solidFill>
            <a:srgbClr val="C9D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411480"/>
            <a:ext cx="8229600" cy="548640"/>
          </a:xfrm>
          <a:prstGeom prst="rect">
            <a:avLst/>
          </a:prstGeom>
          <a:noFill/>
        </p:spPr>
        <p:txBody>
          <a:bodyPr wrap="square" lIns="0" rIns="0" tIns="0" bIns="0" anchor="ctr">
            <a:spAutoFit/>
          </a:bodyPr>
          <a:lstStyle/>
          <a:p>
            <a:pPr algn="l">
              <a:lnSpc>
                <a:spcPct val="115000"/>
              </a:lnSpc>
              <a:spcAft>
                <a:spcPts val="0"/>
              </a:spcAft>
            </a:pPr>
            <a:r>
              <a:rPr sz="1400" b="0">
                <a:solidFill>
                  <a:srgbClr val="6B675C"/>
                </a:solidFill>
                <a:latin typeface="Arial"/>
              </a:rPr>
              <a:t>SRI LANKA DISTRICT PADDY YIELD PREDICTION</a:t>
            </a:r>
          </a:p>
        </p:txBody>
      </p:sp>
      <p:sp>
        <p:nvSpPr>
          <p:cNvPr id="4" name="TextBox 3"/>
          <p:cNvSpPr txBox="1"/>
          <p:nvPr/>
        </p:nvSpPr>
        <p:spPr>
          <a:xfrm>
            <a:off x="9144000" y="411480"/>
            <a:ext cx="8138159" cy="548640"/>
          </a:xfrm>
          <a:prstGeom prst="rect">
            <a:avLst/>
          </a:prstGeom>
          <a:noFill/>
        </p:spPr>
        <p:txBody>
          <a:bodyPr wrap="square" lIns="0" rIns="0" tIns="0" bIns="0" anchor="ctr">
            <a:spAutoFit/>
          </a:bodyPr>
          <a:lstStyle/>
          <a:p>
            <a:pPr algn="r">
              <a:lnSpc>
                <a:spcPct val="115000"/>
              </a:lnSpc>
              <a:spcAft>
                <a:spcPts val="0"/>
              </a:spcAft>
            </a:pPr>
            <a:r>
              <a:rPr sz="1400" b="0">
                <a:solidFill>
                  <a:srgbClr val="6B675C"/>
                </a:solidFill>
                <a:latin typeface="Arial"/>
              </a:rPr>
              <a:t>269219J  |  OCTOBER 2026</a:t>
            </a:r>
          </a:p>
        </p:txBody>
      </p:sp>
      <p:cxnSp>
        <p:nvCxnSpPr>
          <p:cNvPr id="5" name="Connector 4"/>
          <p:cNvCxnSpPr/>
          <p:nvPr/>
        </p:nvCxnSpPr>
        <p:spPr>
          <a:xfrm>
            <a:off x="0" y="1143000"/>
            <a:ext cx="18288000" cy="0"/>
          </a:xfrm>
          <a:prstGeom prst="line">
            <a:avLst/>
          </a:prstGeom>
          <a:ln w="9525">
            <a:solidFill>
              <a:srgbClr val="2F2F2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 y="9464040"/>
            <a:ext cx="16276319" cy="457200"/>
          </a:xfrm>
          <a:prstGeom prst="rect">
            <a:avLst/>
          </a:prstGeom>
          <a:noFill/>
        </p:spPr>
        <p:txBody>
          <a:bodyPr wrap="square" lIns="0" rIns="0" tIns="0" bIns="0" anchor="ctr">
            <a:spAutoFit/>
          </a:bodyPr>
          <a:lstStyle/>
          <a:p>
            <a:pPr algn="ctr">
              <a:lnSpc>
                <a:spcPct val="115000"/>
              </a:lnSpc>
              <a:spcAft>
                <a:spcPts val="0"/>
              </a:spcAft>
            </a:pPr>
            <a:r>
              <a:rPr sz="1600" b="0">
                <a:solidFill>
                  <a:srgbClr val="6B675C"/>
                </a:solidFill>
                <a:latin typeface="Arial"/>
              </a:rPr>
              <a:t>05</a:t>
            </a:r>
          </a:p>
        </p:txBody>
      </p:sp>
      <p:sp>
        <p:nvSpPr>
          <p:cNvPr id="7" name="TextBox 6"/>
          <p:cNvSpPr txBox="1"/>
          <p:nvPr/>
        </p:nvSpPr>
        <p:spPr>
          <a:xfrm>
            <a:off x="1005840" y="1417320"/>
            <a:ext cx="16276319" cy="868680"/>
          </a:xfrm>
          <a:prstGeom prst="rect">
            <a:avLst/>
          </a:prstGeom>
          <a:noFill/>
        </p:spPr>
        <p:txBody>
          <a:bodyPr wrap="square" lIns="0" rIns="0" tIns="0" bIns="0" anchor="ctr">
            <a:spAutoFit/>
          </a:bodyPr>
          <a:lstStyle/>
          <a:p>
            <a:pPr algn="l">
              <a:lnSpc>
                <a:spcPct val="115000"/>
              </a:lnSpc>
              <a:spcAft>
                <a:spcPts val="0"/>
              </a:spcAft>
            </a:pPr>
            <a:r>
              <a:rPr sz="5000" b="0">
                <a:solidFill>
                  <a:srgbClr val="596548"/>
                </a:solidFill>
                <a:latin typeface="Georgia"/>
              </a:rPr>
              <a:t>FEATURE SELECTION</a:t>
            </a:r>
          </a:p>
        </p:txBody>
      </p:sp>
      <p:sp>
        <p:nvSpPr>
          <p:cNvPr id="8" name="TextBox 7"/>
          <p:cNvSpPr txBox="1"/>
          <p:nvPr/>
        </p:nvSpPr>
        <p:spPr>
          <a:xfrm>
            <a:off x="1005840" y="2286000"/>
            <a:ext cx="16276319" cy="548640"/>
          </a:xfrm>
          <a:prstGeom prst="rect">
            <a:avLst/>
          </a:prstGeom>
          <a:noFill/>
        </p:spPr>
        <p:txBody>
          <a:bodyPr wrap="square" lIns="0" rIns="0" tIns="0" bIns="0" anchor="ctr">
            <a:spAutoFit/>
          </a:bodyPr>
          <a:lstStyle/>
          <a:p>
            <a:pPr algn="l">
              <a:lnSpc>
                <a:spcPct val="115000"/>
              </a:lnSpc>
              <a:spcAft>
                <a:spcPts val="0"/>
              </a:spcAft>
            </a:pPr>
            <a:r>
              <a:rPr sz="2100" b="0">
                <a:solidFill>
                  <a:srgbClr val="2F2F2B"/>
                </a:solidFill>
                <a:latin typeface="Arial"/>
              </a:rPr>
              <a:t>23 features were selected, plus a fertilizer shortage switch for scenarios</a:t>
            </a:r>
          </a:p>
        </p:txBody>
      </p:sp>
      <p:cxnSp>
        <p:nvCxnSpPr>
          <p:cNvPr id="9" name="Connector 8"/>
          <p:cNvCxnSpPr/>
          <p:nvPr/>
        </p:nvCxnSpPr>
        <p:spPr>
          <a:xfrm>
            <a:off x="1005840" y="2971800"/>
            <a:ext cx="16276320" cy="0"/>
          </a:xfrm>
          <a:prstGeom prst="line">
            <a:avLst/>
          </a:prstGeom>
          <a:ln w="15875">
            <a:solidFill>
              <a:srgbClr val="59654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05840" y="3246120"/>
            <a:ext cx="2295144" cy="822960"/>
          </a:xfrm>
          <a:prstGeom prst="rect">
            <a:avLst/>
          </a:prstGeom>
          <a:noFill/>
        </p:spPr>
        <p:txBody>
          <a:bodyPr wrap="square" lIns="0" rIns="0" tIns="0" bIns="0" anchor="ctr">
            <a:spAutoFit/>
          </a:bodyPr>
          <a:lstStyle/>
          <a:p>
            <a:pPr algn="l">
              <a:lnSpc>
                <a:spcPct val="115000"/>
              </a:lnSpc>
              <a:spcAft>
                <a:spcPts val="0"/>
              </a:spcAft>
            </a:pPr>
            <a:r>
              <a:rPr sz="5400" b="0">
                <a:solidFill>
                  <a:srgbClr val="596548"/>
                </a:solidFill>
                <a:latin typeface="Georgia"/>
              </a:rPr>
              <a:t>5</a:t>
            </a:r>
          </a:p>
        </p:txBody>
      </p:sp>
      <p:sp>
        <p:nvSpPr>
          <p:cNvPr id="11" name="TextBox 10"/>
          <p:cNvSpPr txBox="1"/>
          <p:nvPr/>
        </p:nvSpPr>
        <p:spPr>
          <a:xfrm>
            <a:off x="1005840" y="4114800"/>
            <a:ext cx="2295144" cy="365760"/>
          </a:xfrm>
          <a:prstGeom prst="rect">
            <a:avLst/>
          </a:prstGeom>
          <a:noFill/>
        </p:spPr>
        <p:txBody>
          <a:bodyPr wrap="square" lIns="0" rIns="0" tIns="0" bIns="0" anchor="t">
            <a:spAutoFit/>
          </a:bodyPr>
          <a:lstStyle/>
          <a:p>
            <a:pPr algn="l">
              <a:lnSpc>
                <a:spcPct val="115000"/>
              </a:lnSpc>
              <a:spcAft>
                <a:spcPts val="0"/>
              </a:spcAft>
            </a:pPr>
            <a:r>
              <a:rPr sz="1500" b="1">
                <a:solidFill>
                  <a:srgbClr val="2F2F2B"/>
                </a:solidFill>
                <a:latin typeface="Arial"/>
              </a:rPr>
              <a:t>YIELD HISTORY</a:t>
            </a:r>
          </a:p>
        </p:txBody>
      </p:sp>
      <p:cxnSp>
        <p:nvCxnSpPr>
          <p:cNvPr id="12" name="Connector 11"/>
          <p:cNvCxnSpPr/>
          <p:nvPr/>
        </p:nvCxnSpPr>
        <p:spPr>
          <a:xfrm>
            <a:off x="1005840" y="4572000"/>
            <a:ext cx="2249424"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05840" y="4754879"/>
            <a:ext cx="2295144" cy="4206240"/>
          </a:xfrm>
          <a:prstGeom prst="rect">
            <a:avLst/>
          </a:prstGeom>
          <a:noFill/>
        </p:spPr>
        <p:txBody>
          <a:bodyPr wrap="square" lIns="0" rIns="0" tIns="0" bIns="0" anchor="t">
            <a:spAutoFit/>
          </a:bodyPr>
          <a:lstStyle/>
          <a:p>
            <a:pPr algn="l">
              <a:lnSpc>
                <a:spcPct val="105000"/>
              </a:lnSpc>
              <a:spcAft>
                <a:spcPts val="800"/>
              </a:spcAft>
            </a:pPr>
            <a:r>
              <a:rPr sz="1600" b="0">
                <a:solidFill>
                  <a:srgbClr val="2F2F2B"/>
                </a:solidFill>
                <a:latin typeface="Arial"/>
              </a:rPr>
              <a:t>3-season average</a:t>
            </a:r>
          </a:p>
          <a:p>
            <a:pPr algn="l">
              <a:lnSpc>
                <a:spcPct val="105000"/>
              </a:lnSpc>
              <a:spcAft>
                <a:spcPts val="800"/>
              </a:spcAft>
            </a:pPr>
            <a:r>
              <a:rPr sz="1600" b="0">
                <a:solidFill>
                  <a:srgbClr val="2F2F2B"/>
                </a:solidFill>
                <a:latin typeface="Arial"/>
              </a:rPr>
              <a:t>Same season last year</a:t>
            </a:r>
          </a:p>
          <a:p>
            <a:pPr algn="l">
              <a:lnSpc>
                <a:spcPct val="105000"/>
              </a:lnSpc>
              <a:spcAft>
                <a:spcPts val="800"/>
              </a:spcAft>
            </a:pPr>
            <a:r>
              <a:rPr sz="1600" b="0">
                <a:solidFill>
                  <a:srgbClr val="2F2F2B"/>
                </a:solidFill>
                <a:latin typeface="Arial"/>
              </a:rPr>
              <a:t>Previous season</a:t>
            </a:r>
          </a:p>
          <a:p>
            <a:pPr algn="l">
              <a:lnSpc>
                <a:spcPct val="105000"/>
              </a:lnSpc>
              <a:spcAft>
                <a:spcPts val="800"/>
              </a:spcAft>
            </a:pPr>
            <a:r>
              <a:rPr sz="1600" b="0">
                <a:solidFill>
                  <a:srgbClr val="2F2F2B"/>
                </a:solidFill>
                <a:latin typeface="Arial"/>
              </a:rPr>
              <a:t>National previous season</a:t>
            </a:r>
          </a:p>
          <a:p>
            <a:pPr algn="l">
              <a:lnSpc>
                <a:spcPct val="105000"/>
              </a:lnSpc>
              <a:spcAft>
                <a:spcPts val="800"/>
              </a:spcAft>
            </a:pPr>
            <a:r>
              <a:rPr sz="1600" b="0">
                <a:solidFill>
                  <a:srgbClr val="2F2F2B"/>
                </a:solidFill>
                <a:latin typeface="Arial"/>
              </a:rPr>
              <a:t>ARIMA forecast</a:t>
            </a:r>
          </a:p>
        </p:txBody>
      </p:sp>
      <p:sp>
        <p:nvSpPr>
          <p:cNvPr id="14" name="TextBox 13"/>
          <p:cNvSpPr txBox="1"/>
          <p:nvPr/>
        </p:nvSpPr>
        <p:spPr>
          <a:xfrm>
            <a:off x="3529584" y="3246120"/>
            <a:ext cx="2295144" cy="822960"/>
          </a:xfrm>
          <a:prstGeom prst="rect">
            <a:avLst/>
          </a:prstGeom>
          <a:noFill/>
        </p:spPr>
        <p:txBody>
          <a:bodyPr wrap="square" lIns="0" rIns="0" tIns="0" bIns="0" anchor="ctr">
            <a:spAutoFit/>
          </a:bodyPr>
          <a:lstStyle/>
          <a:p>
            <a:pPr algn="l">
              <a:lnSpc>
                <a:spcPct val="115000"/>
              </a:lnSpc>
              <a:spcAft>
                <a:spcPts val="0"/>
              </a:spcAft>
            </a:pPr>
            <a:r>
              <a:rPr sz="5400" b="0">
                <a:solidFill>
                  <a:srgbClr val="596548"/>
                </a:solidFill>
                <a:latin typeface="Georgia"/>
              </a:rPr>
              <a:t>5</a:t>
            </a:r>
          </a:p>
        </p:txBody>
      </p:sp>
      <p:sp>
        <p:nvSpPr>
          <p:cNvPr id="15" name="TextBox 14"/>
          <p:cNvSpPr txBox="1"/>
          <p:nvPr/>
        </p:nvSpPr>
        <p:spPr>
          <a:xfrm>
            <a:off x="3529584" y="4114800"/>
            <a:ext cx="2295144" cy="365760"/>
          </a:xfrm>
          <a:prstGeom prst="rect">
            <a:avLst/>
          </a:prstGeom>
          <a:noFill/>
        </p:spPr>
        <p:txBody>
          <a:bodyPr wrap="square" lIns="0" rIns="0" tIns="0" bIns="0" anchor="t">
            <a:spAutoFit/>
          </a:bodyPr>
          <a:lstStyle/>
          <a:p>
            <a:pPr algn="l">
              <a:lnSpc>
                <a:spcPct val="115000"/>
              </a:lnSpc>
              <a:spcAft>
                <a:spcPts val="0"/>
              </a:spcAft>
            </a:pPr>
            <a:r>
              <a:rPr sz="1500" b="1">
                <a:solidFill>
                  <a:srgbClr val="2F2F2B"/>
                </a:solidFill>
                <a:latin typeface="Arial"/>
              </a:rPr>
              <a:t>PLANTING</a:t>
            </a:r>
          </a:p>
        </p:txBody>
      </p:sp>
      <p:cxnSp>
        <p:nvCxnSpPr>
          <p:cNvPr id="16" name="Connector 15"/>
          <p:cNvCxnSpPr/>
          <p:nvPr/>
        </p:nvCxnSpPr>
        <p:spPr>
          <a:xfrm>
            <a:off x="3529584" y="4572000"/>
            <a:ext cx="2249424"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529584" y="4754879"/>
            <a:ext cx="2295144" cy="4206240"/>
          </a:xfrm>
          <a:prstGeom prst="rect">
            <a:avLst/>
          </a:prstGeom>
          <a:noFill/>
        </p:spPr>
        <p:txBody>
          <a:bodyPr wrap="square" lIns="0" rIns="0" tIns="0" bIns="0" anchor="t">
            <a:spAutoFit/>
          </a:bodyPr>
          <a:lstStyle/>
          <a:p>
            <a:pPr algn="l">
              <a:lnSpc>
                <a:spcPct val="105000"/>
              </a:lnSpc>
              <a:spcAft>
                <a:spcPts val="800"/>
              </a:spcAft>
            </a:pPr>
            <a:r>
              <a:rPr sz="1600" b="0">
                <a:solidFill>
                  <a:srgbClr val="2F2F2B"/>
                </a:solidFill>
                <a:latin typeface="Arial"/>
              </a:rPr>
              <a:t>Sown extent</a:t>
            </a:r>
          </a:p>
          <a:p>
            <a:pPr algn="l">
              <a:lnSpc>
                <a:spcPct val="105000"/>
              </a:lnSpc>
              <a:spcAft>
                <a:spcPts val="800"/>
              </a:spcAft>
            </a:pPr>
            <a:r>
              <a:rPr sz="1600" b="0">
                <a:solidFill>
                  <a:srgbClr val="2F2F2B"/>
                </a:solidFill>
                <a:latin typeface="Arial"/>
              </a:rPr>
              <a:t>Sown vs last 3 seasons</a:t>
            </a:r>
          </a:p>
          <a:p>
            <a:pPr algn="l">
              <a:lnSpc>
                <a:spcPct val="105000"/>
              </a:lnSpc>
              <a:spcAft>
                <a:spcPts val="800"/>
              </a:spcAft>
            </a:pPr>
            <a:r>
              <a:rPr sz="1600" b="0">
                <a:solidFill>
                  <a:srgbClr val="2F2F2B"/>
                </a:solidFill>
                <a:latin typeface="Arial"/>
              </a:rPr>
              <a:t>Major irrigation share</a:t>
            </a:r>
          </a:p>
          <a:p>
            <a:pPr algn="l">
              <a:lnSpc>
                <a:spcPct val="105000"/>
              </a:lnSpc>
              <a:spcAft>
                <a:spcPts val="800"/>
              </a:spcAft>
            </a:pPr>
            <a:r>
              <a:rPr sz="1600" b="0">
                <a:solidFill>
                  <a:srgbClr val="2F2F2B"/>
                </a:solidFill>
                <a:latin typeface="Arial"/>
              </a:rPr>
              <a:t>Minor irrigation share</a:t>
            </a:r>
          </a:p>
          <a:p>
            <a:pPr algn="l">
              <a:lnSpc>
                <a:spcPct val="105000"/>
              </a:lnSpc>
              <a:spcAft>
                <a:spcPts val="800"/>
              </a:spcAft>
            </a:pPr>
            <a:r>
              <a:rPr sz="1600" b="0">
                <a:solidFill>
                  <a:srgbClr val="2F2F2B"/>
                </a:solidFill>
                <a:latin typeface="Arial"/>
              </a:rPr>
              <a:t>Rainfed share</a:t>
            </a:r>
          </a:p>
        </p:txBody>
      </p:sp>
      <p:sp>
        <p:nvSpPr>
          <p:cNvPr id="18" name="TextBox 17"/>
          <p:cNvSpPr txBox="1"/>
          <p:nvPr/>
        </p:nvSpPr>
        <p:spPr>
          <a:xfrm>
            <a:off x="6053328" y="3246120"/>
            <a:ext cx="2295144" cy="822960"/>
          </a:xfrm>
          <a:prstGeom prst="rect">
            <a:avLst/>
          </a:prstGeom>
          <a:noFill/>
        </p:spPr>
        <p:txBody>
          <a:bodyPr wrap="square" lIns="0" rIns="0" tIns="0" bIns="0" anchor="ctr">
            <a:spAutoFit/>
          </a:bodyPr>
          <a:lstStyle/>
          <a:p>
            <a:pPr algn="l">
              <a:lnSpc>
                <a:spcPct val="115000"/>
              </a:lnSpc>
              <a:spcAft>
                <a:spcPts val="0"/>
              </a:spcAft>
            </a:pPr>
            <a:r>
              <a:rPr sz="5400" b="0">
                <a:solidFill>
                  <a:srgbClr val="596548"/>
                </a:solidFill>
                <a:latin typeface="Georgia"/>
              </a:rPr>
              <a:t>7</a:t>
            </a:r>
          </a:p>
        </p:txBody>
      </p:sp>
      <p:sp>
        <p:nvSpPr>
          <p:cNvPr id="19" name="TextBox 18"/>
          <p:cNvSpPr txBox="1"/>
          <p:nvPr/>
        </p:nvSpPr>
        <p:spPr>
          <a:xfrm>
            <a:off x="6053328" y="4114800"/>
            <a:ext cx="2295144" cy="365760"/>
          </a:xfrm>
          <a:prstGeom prst="rect">
            <a:avLst/>
          </a:prstGeom>
          <a:noFill/>
        </p:spPr>
        <p:txBody>
          <a:bodyPr wrap="square" lIns="0" rIns="0" tIns="0" bIns="0" anchor="t">
            <a:spAutoFit/>
          </a:bodyPr>
          <a:lstStyle/>
          <a:p>
            <a:pPr algn="l">
              <a:lnSpc>
                <a:spcPct val="115000"/>
              </a:lnSpc>
              <a:spcAft>
                <a:spcPts val="0"/>
              </a:spcAft>
            </a:pPr>
            <a:r>
              <a:rPr sz="1500" b="1">
                <a:solidFill>
                  <a:srgbClr val="2F2F2B"/>
                </a:solidFill>
                <a:latin typeface="Arial"/>
              </a:rPr>
              <a:t>RAINFALL</a:t>
            </a:r>
          </a:p>
        </p:txBody>
      </p:sp>
      <p:cxnSp>
        <p:nvCxnSpPr>
          <p:cNvPr id="20" name="Connector 19"/>
          <p:cNvCxnSpPr/>
          <p:nvPr/>
        </p:nvCxnSpPr>
        <p:spPr>
          <a:xfrm>
            <a:off x="6053328" y="4572000"/>
            <a:ext cx="2249424"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53328" y="4754879"/>
            <a:ext cx="2295144" cy="4206240"/>
          </a:xfrm>
          <a:prstGeom prst="rect">
            <a:avLst/>
          </a:prstGeom>
          <a:noFill/>
        </p:spPr>
        <p:txBody>
          <a:bodyPr wrap="square" lIns="0" rIns="0" tIns="0" bIns="0" anchor="t">
            <a:spAutoFit/>
          </a:bodyPr>
          <a:lstStyle/>
          <a:p>
            <a:pPr algn="l">
              <a:lnSpc>
                <a:spcPct val="105000"/>
              </a:lnSpc>
              <a:spcAft>
                <a:spcPts val="800"/>
              </a:spcAft>
            </a:pPr>
            <a:r>
              <a:rPr sz="1600" b="0">
                <a:solidFill>
                  <a:srgbClr val="2F2F2B"/>
                </a:solidFill>
                <a:latin typeface="Arial"/>
              </a:rPr>
              <a:t>Season rainfall</a:t>
            </a:r>
          </a:p>
          <a:p>
            <a:pPr algn="l">
              <a:lnSpc>
                <a:spcPct val="105000"/>
              </a:lnSpc>
              <a:spcAft>
                <a:spcPts val="800"/>
              </a:spcAft>
            </a:pPr>
            <a:r>
              <a:rPr sz="1600" b="0">
                <a:solidFill>
                  <a:srgbClr val="2F2F2B"/>
                </a:solidFill>
                <a:latin typeface="Arial"/>
              </a:rPr>
              <a:t>Rainfall vs normal</a:t>
            </a:r>
          </a:p>
          <a:p>
            <a:pPr algn="l">
              <a:lnSpc>
                <a:spcPct val="105000"/>
              </a:lnSpc>
              <a:spcAft>
                <a:spcPts val="800"/>
              </a:spcAft>
            </a:pPr>
            <a:r>
              <a:rPr sz="1600" b="0">
                <a:solidFill>
                  <a:srgbClr val="2F2F2B"/>
                </a:solidFill>
                <a:latin typeface="Arial"/>
              </a:rPr>
              <a:t>Wettest month</a:t>
            </a:r>
          </a:p>
          <a:p>
            <a:pPr algn="l">
              <a:lnSpc>
                <a:spcPct val="105000"/>
              </a:lnSpc>
              <a:spcAft>
                <a:spcPts val="800"/>
              </a:spcAft>
            </a:pPr>
            <a:r>
              <a:rPr sz="1600" b="0">
                <a:solidFill>
                  <a:srgbClr val="2F2F2B"/>
                </a:solidFill>
                <a:latin typeface="Arial"/>
              </a:rPr>
              <a:t>Driest month</a:t>
            </a:r>
          </a:p>
          <a:p>
            <a:pPr algn="l">
              <a:lnSpc>
                <a:spcPct val="105000"/>
              </a:lnSpc>
              <a:spcAft>
                <a:spcPts val="800"/>
              </a:spcAft>
            </a:pPr>
            <a:r>
              <a:rPr sz="1600" b="0">
                <a:solidFill>
                  <a:srgbClr val="2F2F2B"/>
                </a:solidFill>
                <a:latin typeface="Arial"/>
              </a:rPr>
              <a:t>Rain before season</a:t>
            </a:r>
          </a:p>
          <a:p>
            <a:pPr algn="l">
              <a:lnSpc>
                <a:spcPct val="105000"/>
              </a:lnSpc>
              <a:spcAft>
                <a:spcPts val="800"/>
              </a:spcAft>
            </a:pPr>
            <a:r>
              <a:rPr sz="1600" b="0">
                <a:solidFill>
                  <a:srgbClr val="2F2F2B"/>
                </a:solidFill>
                <a:latin typeface="Arial"/>
              </a:rPr>
              <a:t>Longest dry spell</a:t>
            </a:r>
          </a:p>
          <a:p>
            <a:pPr algn="l">
              <a:lnSpc>
                <a:spcPct val="105000"/>
              </a:lnSpc>
              <a:spcAft>
                <a:spcPts val="800"/>
              </a:spcAft>
            </a:pPr>
            <a:r>
              <a:rPr sz="1600" b="0">
                <a:solidFill>
                  <a:srgbClr val="2F2F2B"/>
                </a:solidFill>
                <a:latin typeface="Arial"/>
              </a:rPr>
              <a:t>Heavy-rain days</a:t>
            </a:r>
          </a:p>
        </p:txBody>
      </p:sp>
      <p:sp>
        <p:nvSpPr>
          <p:cNvPr id="22" name="TextBox 21"/>
          <p:cNvSpPr txBox="1"/>
          <p:nvPr/>
        </p:nvSpPr>
        <p:spPr>
          <a:xfrm>
            <a:off x="8577072" y="3246120"/>
            <a:ext cx="2295144" cy="822960"/>
          </a:xfrm>
          <a:prstGeom prst="rect">
            <a:avLst/>
          </a:prstGeom>
          <a:noFill/>
        </p:spPr>
        <p:txBody>
          <a:bodyPr wrap="square" lIns="0" rIns="0" tIns="0" bIns="0" anchor="ctr">
            <a:spAutoFit/>
          </a:bodyPr>
          <a:lstStyle/>
          <a:p>
            <a:pPr algn="l">
              <a:lnSpc>
                <a:spcPct val="115000"/>
              </a:lnSpc>
              <a:spcAft>
                <a:spcPts val="0"/>
              </a:spcAft>
            </a:pPr>
            <a:r>
              <a:rPr sz="5400" b="0">
                <a:solidFill>
                  <a:srgbClr val="596548"/>
                </a:solidFill>
                <a:latin typeface="Georgia"/>
              </a:rPr>
              <a:t>4</a:t>
            </a:r>
          </a:p>
        </p:txBody>
      </p:sp>
      <p:sp>
        <p:nvSpPr>
          <p:cNvPr id="23" name="TextBox 22"/>
          <p:cNvSpPr txBox="1"/>
          <p:nvPr/>
        </p:nvSpPr>
        <p:spPr>
          <a:xfrm>
            <a:off x="8577072" y="4114800"/>
            <a:ext cx="2295144" cy="365760"/>
          </a:xfrm>
          <a:prstGeom prst="rect">
            <a:avLst/>
          </a:prstGeom>
          <a:noFill/>
        </p:spPr>
        <p:txBody>
          <a:bodyPr wrap="square" lIns="0" rIns="0" tIns="0" bIns="0" anchor="t">
            <a:spAutoFit/>
          </a:bodyPr>
          <a:lstStyle/>
          <a:p>
            <a:pPr algn="l">
              <a:lnSpc>
                <a:spcPct val="115000"/>
              </a:lnSpc>
              <a:spcAft>
                <a:spcPts val="0"/>
              </a:spcAft>
            </a:pPr>
            <a:r>
              <a:rPr sz="1500" b="1">
                <a:solidFill>
                  <a:srgbClr val="2F2F2B"/>
                </a:solidFill>
                <a:latin typeface="Arial"/>
              </a:rPr>
              <a:t>WEATHER</a:t>
            </a:r>
          </a:p>
        </p:txBody>
      </p:sp>
      <p:cxnSp>
        <p:nvCxnSpPr>
          <p:cNvPr id="24" name="Connector 23"/>
          <p:cNvCxnSpPr/>
          <p:nvPr/>
        </p:nvCxnSpPr>
        <p:spPr>
          <a:xfrm>
            <a:off x="8577072" y="4572000"/>
            <a:ext cx="2249424"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577072" y="4754879"/>
            <a:ext cx="2295144" cy="4206240"/>
          </a:xfrm>
          <a:prstGeom prst="rect">
            <a:avLst/>
          </a:prstGeom>
          <a:noFill/>
        </p:spPr>
        <p:txBody>
          <a:bodyPr wrap="square" lIns="0" rIns="0" tIns="0" bIns="0" anchor="t">
            <a:spAutoFit/>
          </a:bodyPr>
          <a:lstStyle/>
          <a:p>
            <a:pPr algn="l">
              <a:lnSpc>
                <a:spcPct val="105000"/>
              </a:lnSpc>
              <a:spcAft>
                <a:spcPts val="800"/>
              </a:spcAft>
            </a:pPr>
            <a:r>
              <a:rPr sz="1600" b="0">
                <a:solidFill>
                  <a:srgbClr val="2F2F2B"/>
                </a:solidFill>
                <a:latin typeface="Arial"/>
              </a:rPr>
              <a:t>Max temperature</a:t>
            </a:r>
          </a:p>
          <a:p>
            <a:pPr algn="l">
              <a:lnSpc>
                <a:spcPct val="105000"/>
              </a:lnSpc>
              <a:spcAft>
                <a:spcPts val="800"/>
              </a:spcAft>
            </a:pPr>
            <a:r>
              <a:rPr sz="1600" b="0">
                <a:solidFill>
                  <a:srgbClr val="2F2F2B"/>
                </a:solidFill>
                <a:latin typeface="Arial"/>
              </a:rPr>
              <a:t>Humidity</a:t>
            </a:r>
          </a:p>
          <a:p>
            <a:pPr algn="l">
              <a:lnSpc>
                <a:spcPct val="105000"/>
              </a:lnSpc>
              <a:spcAft>
                <a:spcPts val="800"/>
              </a:spcAft>
            </a:pPr>
            <a:r>
              <a:rPr sz="1600" b="0">
                <a:solidFill>
                  <a:srgbClr val="2F2F2B"/>
                </a:solidFill>
                <a:latin typeface="Arial"/>
              </a:rPr>
              <a:t>Solar radiation</a:t>
            </a:r>
          </a:p>
          <a:p>
            <a:pPr algn="l">
              <a:lnSpc>
                <a:spcPct val="105000"/>
              </a:lnSpc>
              <a:spcAft>
                <a:spcPts val="800"/>
              </a:spcAft>
            </a:pPr>
            <a:r>
              <a:rPr sz="1600" b="0">
                <a:solidFill>
                  <a:srgbClr val="2F2F2B"/>
                </a:solidFill>
                <a:latin typeface="Arial"/>
              </a:rPr>
              <a:t>Wind</a:t>
            </a:r>
          </a:p>
        </p:txBody>
      </p:sp>
      <p:sp>
        <p:nvSpPr>
          <p:cNvPr id="26" name="TextBox 25"/>
          <p:cNvSpPr txBox="1"/>
          <p:nvPr/>
        </p:nvSpPr>
        <p:spPr>
          <a:xfrm>
            <a:off x="11100816" y="3246120"/>
            <a:ext cx="2295144" cy="822960"/>
          </a:xfrm>
          <a:prstGeom prst="rect">
            <a:avLst/>
          </a:prstGeom>
          <a:noFill/>
        </p:spPr>
        <p:txBody>
          <a:bodyPr wrap="square" lIns="0" rIns="0" tIns="0" bIns="0" anchor="ctr">
            <a:spAutoFit/>
          </a:bodyPr>
          <a:lstStyle/>
          <a:p>
            <a:pPr algn="l">
              <a:lnSpc>
                <a:spcPct val="115000"/>
              </a:lnSpc>
              <a:spcAft>
                <a:spcPts val="0"/>
              </a:spcAft>
            </a:pPr>
            <a:r>
              <a:rPr sz="5400" b="0">
                <a:solidFill>
                  <a:srgbClr val="596548"/>
                </a:solidFill>
                <a:latin typeface="Georgia"/>
              </a:rPr>
              <a:t>3</a:t>
            </a:r>
          </a:p>
        </p:txBody>
      </p:sp>
      <p:sp>
        <p:nvSpPr>
          <p:cNvPr id="27" name="TextBox 26"/>
          <p:cNvSpPr txBox="1"/>
          <p:nvPr/>
        </p:nvSpPr>
        <p:spPr>
          <a:xfrm>
            <a:off x="11100816" y="4114800"/>
            <a:ext cx="2295144" cy="365760"/>
          </a:xfrm>
          <a:prstGeom prst="rect">
            <a:avLst/>
          </a:prstGeom>
          <a:noFill/>
        </p:spPr>
        <p:txBody>
          <a:bodyPr wrap="square" lIns="0" rIns="0" tIns="0" bIns="0" anchor="t">
            <a:spAutoFit/>
          </a:bodyPr>
          <a:lstStyle/>
          <a:p>
            <a:pPr algn="l">
              <a:lnSpc>
                <a:spcPct val="115000"/>
              </a:lnSpc>
              <a:spcAft>
                <a:spcPts val="0"/>
              </a:spcAft>
            </a:pPr>
            <a:r>
              <a:rPr sz="1500" b="1">
                <a:solidFill>
                  <a:srgbClr val="2F2F2B"/>
                </a:solidFill>
                <a:latin typeface="Arial"/>
              </a:rPr>
              <a:t>PLACE, POLICY</a:t>
            </a:r>
          </a:p>
        </p:txBody>
      </p:sp>
      <p:cxnSp>
        <p:nvCxnSpPr>
          <p:cNvPr id="28" name="Connector 27"/>
          <p:cNvCxnSpPr/>
          <p:nvPr/>
        </p:nvCxnSpPr>
        <p:spPr>
          <a:xfrm>
            <a:off x="11100816" y="4572000"/>
            <a:ext cx="2249424"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1100816" y="4754879"/>
            <a:ext cx="2295144" cy="4206240"/>
          </a:xfrm>
          <a:prstGeom prst="rect">
            <a:avLst/>
          </a:prstGeom>
          <a:noFill/>
        </p:spPr>
        <p:txBody>
          <a:bodyPr wrap="square" lIns="0" rIns="0" tIns="0" bIns="0" anchor="t">
            <a:spAutoFit/>
          </a:bodyPr>
          <a:lstStyle/>
          <a:p>
            <a:pPr algn="l">
              <a:lnSpc>
                <a:spcPct val="105000"/>
              </a:lnSpc>
              <a:spcAft>
                <a:spcPts val="800"/>
              </a:spcAft>
            </a:pPr>
            <a:r>
              <a:rPr sz="1600" b="0">
                <a:solidFill>
                  <a:srgbClr val="2F2F2B"/>
                </a:solidFill>
                <a:latin typeface="Arial"/>
              </a:rPr>
              <a:t>District</a:t>
            </a:r>
          </a:p>
          <a:p>
            <a:pPr algn="l">
              <a:lnSpc>
                <a:spcPct val="105000"/>
              </a:lnSpc>
              <a:spcAft>
                <a:spcPts val="800"/>
              </a:spcAft>
            </a:pPr>
            <a:r>
              <a:rPr sz="1600" b="0">
                <a:solidFill>
                  <a:srgbClr val="2F2F2B"/>
                </a:solidFill>
                <a:latin typeface="Arial"/>
              </a:rPr>
              <a:t>Season</a:t>
            </a:r>
          </a:p>
          <a:p>
            <a:pPr algn="l">
              <a:lnSpc>
                <a:spcPct val="105000"/>
              </a:lnSpc>
              <a:spcAft>
                <a:spcPts val="800"/>
              </a:spcAft>
            </a:pPr>
            <a:r>
              <a:rPr sz="1600" b="0">
                <a:solidFill>
                  <a:srgbClr val="2F2F2B"/>
                </a:solidFill>
                <a:latin typeface="Arial"/>
              </a:rPr>
              <a:t>Fertilizer shortage</a:t>
            </a:r>
          </a:p>
        </p:txBody>
      </p:sp>
      <p:sp>
        <p:nvSpPr>
          <p:cNvPr id="30" name="Rectangle 29"/>
          <p:cNvSpPr/>
          <p:nvPr/>
        </p:nvSpPr>
        <p:spPr>
          <a:xfrm>
            <a:off x="14081760" y="3246120"/>
            <a:ext cx="3200399" cy="5852159"/>
          </a:xfrm>
          <a:prstGeom prst="rect">
            <a:avLst/>
          </a:prstGeom>
          <a:solidFill>
            <a:srgbClr val="EDE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356080" y="3474720"/>
            <a:ext cx="2651759" cy="365760"/>
          </a:xfrm>
          <a:prstGeom prst="rect">
            <a:avLst/>
          </a:prstGeom>
          <a:noFill/>
        </p:spPr>
        <p:txBody>
          <a:bodyPr wrap="square" lIns="0" rIns="0" tIns="0" bIns="0" anchor="t">
            <a:spAutoFit/>
          </a:bodyPr>
          <a:lstStyle/>
          <a:p>
            <a:pPr algn="l">
              <a:lnSpc>
                <a:spcPct val="115000"/>
              </a:lnSpc>
              <a:spcAft>
                <a:spcPts val="0"/>
              </a:spcAft>
            </a:pPr>
            <a:r>
              <a:rPr sz="1400" b="1">
                <a:solidFill>
                  <a:srgbClr val="A4532F"/>
                </a:solidFill>
                <a:latin typeface="Arial"/>
              </a:rPr>
              <a:t>TESTED, NOT KEPT</a:t>
            </a:r>
          </a:p>
        </p:txBody>
      </p:sp>
      <p:sp>
        <p:nvSpPr>
          <p:cNvPr id="32" name="TextBox 31"/>
          <p:cNvSpPr txBox="1"/>
          <p:nvPr/>
        </p:nvSpPr>
        <p:spPr>
          <a:xfrm>
            <a:off x="14356080" y="3977639"/>
            <a:ext cx="2651759" cy="3291840"/>
          </a:xfrm>
          <a:prstGeom prst="rect">
            <a:avLst/>
          </a:prstGeom>
          <a:noFill/>
        </p:spPr>
        <p:txBody>
          <a:bodyPr wrap="square" lIns="0" rIns="0" tIns="0" bIns="0" anchor="t">
            <a:spAutoFit/>
          </a:bodyPr>
          <a:lstStyle/>
          <a:p>
            <a:pPr algn="l">
              <a:lnSpc>
                <a:spcPct val="100000"/>
              </a:lnSpc>
              <a:spcAft>
                <a:spcPts val="600"/>
              </a:spcAft>
            </a:pPr>
            <a:r>
              <a:rPr sz="1500" b="0">
                <a:solidFill>
                  <a:srgbClr val="2F2F2B"/>
                </a:solidFill>
                <a:latin typeface="Arial"/>
              </a:rPr>
              <a:t>Fertilizer imports</a:t>
            </a:r>
          </a:p>
          <a:p>
            <a:pPr algn="l">
              <a:lnSpc>
                <a:spcPct val="100000"/>
              </a:lnSpc>
              <a:spcAft>
                <a:spcPts val="600"/>
              </a:spcAft>
            </a:pPr>
            <a:r>
              <a:rPr sz="1500" b="0">
                <a:solidFill>
                  <a:srgbClr val="2F2F2B"/>
                </a:solidFill>
                <a:latin typeface="Arial"/>
              </a:rPr>
              <a:t>Neighbouring districts</a:t>
            </a:r>
          </a:p>
          <a:p>
            <a:pPr algn="l">
              <a:lnSpc>
                <a:spcPct val="100000"/>
              </a:lnSpc>
              <a:spcAft>
                <a:spcPts val="600"/>
              </a:spcAft>
            </a:pPr>
            <a:r>
              <a:rPr sz="1500" b="0">
                <a:solidFill>
                  <a:srgbClr val="2F2F2B"/>
                </a:solidFill>
                <a:latin typeface="Arial"/>
              </a:rPr>
              <a:t>Greenness (NDVI)</a:t>
            </a:r>
          </a:p>
          <a:p>
            <a:pPr algn="l">
              <a:lnSpc>
                <a:spcPct val="100000"/>
              </a:lnSpc>
              <a:spcAft>
                <a:spcPts val="600"/>
              </a:spcAft>
            </a:pPr>
            <a:r>
              <a:rPr sz="1500" b="0">
                <a:solidFill>
                  <a:srgbClr val="2F2F2B"/>
                </a:solidFill>
                <a:latin typeface="Arial"/>
              </a:rPr>
              <a:t>El Niño, IOD</a:t>
            </a:r>
          </a:p>
          <a:p>
            <a:pPr algn="l">
              <a:lnSpc>
                <a:spcPct val="100000"/>
              </a:lnSpc>
              <a:spcAft>
                <a:spcPts val="600"/>
              </a:spcAft>
            </a:pPr>
            <a:r>
              <a:rPr sz="1500" b="0">
                <a:solidFill>
                  <a:srgbClr val="2F2F2B"/>
                </a:solidFill>
                <a:latin typeface="Arial"/>
              </a:rPr>
              <a:t>Rice crop health</a:t>
            </a:r>
          </a:p>
          <a:p>
            <a:pPr algn="l">
              <a:lnSpc>
                <a:spcPct val="100000"/>
              </a:lnSpc>
              <a:spcAft>
                <a:spcPts val="600"/>
              </a:spcAft>
            </a:pPr>
            <a:r>
              <a:rPr sz="1500" b="0">
                <a:solidFill>
                  <a:srgbClr val="2F2F2B"/>
                </a:solidFill>
                <a:latin typeface="Arial"/>
              </a:rPr>
              <a:t>Soil moisture</a:t>
            </a:r>
          </a:p>
          <a:p>
            <a:pPr algn="l">
              <a:lnSpc>
                <a:spcPct val="100000"/>
              </a:lnSpc>
              <a:spcAft>
                <a:spcPts val="600"/>
              </a:spcAft>
            </a:pPr>
            <a:r>
              <a:rPr sz="1500" b="0">
                <a:solidFill>
                  <a:srgbClr val="2F2F2B"/>
                </a:solidFill>
                <a:latin typeface="Arial"/>
              </a:rPr>
              <a:t>Subsidy level</a:t>
            </a:r>
          </a:p>
          <a:p>
            <a:pPr algn="l">
              <a:lnSpc>
                <a:spcPct val="100000"/>
              </a:lnSpc>
              <a:spcAft>
                <a:spcPts val="600"/>
              </a:spcAft>
            </a:pPr>
            <a:r>
              <a:rPr sz="1500" b="0">
                <a:solidFill>
                  <a:srgbClr val="2F2F2B"/>
                </a:solidFill>
                <a:latin typeface="Arial"/>
              </a:rPr>
              <a:t>Heat at flowering</a:t>
            </a:r>
          </a:p>
        </p:txBody>
      </p:sp>
      <p:sp>
        <p:nvSpPr>
          <p:cNvPr id="33" name="TextBox 32"/>
          <p:cNvSpPr txBox="1"/>
          <p:nvPr/>
        </p:nvSpPr>
        <p:spPr>
          <a:xfrm>
            <a:off x="14356080" y="7680959"/>
            <a:ext cx="2651759" cy="1188720"/>
          </a:xfrm>
          <a:prstGeom prst="rect">
            <a:avLst/>
          </a:prstGeom>
          <a:noFill/>
        </p:spPr>
        <p:txBody>
          <a:bodyPr wrap="square" lIns="0" rIns="0" tIns="0" bIns="0" anchor="b">
            <a:spAutoFit/>
          </a:bodyPr>
          <a:lstStyle/>
          <a:p>
            <a:pPr algn="l">
              <a:lnSpc>
                <a:spcPct val="110000"/>
              </a:lnSpc>
              <a:spcAft>
                <a:spcPts val="0"/>
              </a:spcAft>
            </a:pPr>
            <a:r>
              <a:rPr sz="1300" b="0">
                <a:solidFill>
                  <a:srgbClr val="6B675C"/>
                </a:solidFill>
                <a:latin typeface="Arial"/>
              </a:rPr>
              <a:t>A new source was kept only if it lowered the mean validation MAE of three reference models, Ridge regression, XGBoost and CatBoost, by over 1%. Clean-ups only had to not raise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3E2"/>
        </a:solidFill>
        <a:effectLst/>
      </p:bgPr>
    </p:bg>
    <p:spTree>
      <p:nvGrpSpPr>
        <p:cNvPr id="1" name=""/>
        <p:cNvGrpSpPr/>
        <p:nvPr/>
      </p:nvGrpSpPr>
      <p:grpSpPr/>
      <p:sp>
        <p:nvSpPr>
          <p:cNvPr id="2" name="Rectangle 1"/>
          <p:cNvSpPr/>
          <p:nvPr/>
        </p:nvSpPr>
        <p:spPr>
          <a:xfrm>
            <a:off x="0" y="0"/>
            <a:ext cx="4818888" cy="182880"/>
          </a:xfrm>
          <a:prstGeom prst="rect">
            <a:avLst/>
          </a:prstGeom>
          <a:solidFill>
            <a:srgbClr val="C9D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411480"/>
            <a:ext cx="8229600" cy="548640"/>
          </a:xfrm>
          <a:prstGeom prst="rect">
            <a:avLst/>
          </a:prstGeom>
          <a:noFill/>
        </p:spPr>
        <p:txBody>
          <a:bodyPr wrap="square" lIns="0" rIns="0" tIns="0" bIns="0" anchor="ctr">
            <a:spAutoFit/>
          </a:bodyPr>
          <a:lstStyle/>
          <a:p>
            <a:pPr algn="l">
              <a:lnSpc>
                <a:spcPct val="115000"/>
              </a:lnSpc>
              <a:spcAft>
                <a:spcPts val="0"/>
              </a:spcAft>
            </a:pPr>
            <a:r>
              <a:rPr sz="1400" b="0">
                <a:solidFill>
                  <a:srgbClr val="6B675C"/>
                </a:solidFill>
                <a:latin typeface="Arial"/>
              </a:rPr>
              <a:t>SRI LANKA DISTRICT PADDY YIELD PREDICTION</a:t>
            </a:r>
          </a:p>
        </p:txBody>
      </p:sp>
      <p:sp>
        <p:nvSpPr>
          <p:cNvPr id="4" name="TextBox 3"/>
          <p:cNvSpPr txBox="1"/>
          <p:nvPr/>
        </p:nvSpPr>
        <p:spPr>
          <a:xfrm>
            <a:off x="9144000" y="411480"/>
            <a:ext cx="8138159" cy="548640"/>
          </a:xfrm>
          <a:prstGeom prst="rect">
            <a:avLst/>
          </a:prstGeom>
          <a:noFill/>
        </p:spPr>
        <p:txBody>
          <a:bodyPr wrap="square" lIns="0" rIns="0" tIns="0" bIns="0" anchor="ctr">
            <a:spAutoFit/>
          </a:bodyPr>
          <a:lstStyle/>
          <a:p>
            <a:pPr algn="r">
              <a:lnSpc>
                <a:spcPct val="115000"/>
              </a:lnSpc>
              <a:spcAft>
                <a:spcPts val="0"/>
              </a:spcAft>
            </a:pPr>
            <a:r>
              <a:rPr sz="1400" b="0">
                <a:solidFill>
                  <a:srgbClr val="6B675C"/>
                </a:solidFill>
                <a:latin typeface="Arial"/>
              </a:rPr>
              <a:t>269219J  |  OCTOBER 2026</a:t>
            </a:r>
          </a:p>
        </p:txBody>
      </p:sp>
      <p:cxnSp>
        <p:nvCxnSpPr>
          <p:cNvPr id="5" name="Connector 4"/>
          <p:cNvCxnSpPr/>
          <p:nvPr/>
        </p:nvCxnSpPr>
        <p:spPr>
          <a:xfrm>
            <a:off x="0" y="1143000"/>
            <a:ext cx="18288000" cy="0"/>
          </a:xfrm>
          <a:prstGeom prst="line">
            <a:avLst/>
          </a:prstGeom>
          <a:ln w="9525">
            <a:solidFill>
              <a:srgbClr val="2F2F2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 y="9464040"/>
            <a:ext cx="16276319" cy="457200"/>
          </a:xfrm>
          <a:prstGeom prst="rect">
            <a:avLst/>
          </a:prstGeom>
          <a:noFill/>
        </p:spPr>
        <p:txBody>
          <a:bodyPr wrap="square" lIns="0" rIns="0" tIns="0" bIns="0" anchor="ctr">
            <a:spAutoFit/>
          </a:bodyPr>
          <a:lstStyle/>
          <a:p>
            <a:pPr algn="ctr">
              <a:lnSpc>
                <a:spcPct val="115000"/>
              </a:lnSpc>
              <a:spcAft>
                <a:spcPts val="0"/>
              </a:spcAft>
            </a:pPr>
            <a:r>
              <a:rPr sz="1600" b="0">
                <a:solidFill>
                  <a:srgbClr val="6B675C"/>
                </a:solidFill>
                <a:latin typeface="Arial"/>
              </a:rPr>
              <a:t>06</a:t>
            </a:r>
          </a:p>
        </p:txBody>
      </p:sp>
      <p:sp>
        <p:nvSpPr>
          <p:cNvPr id="7" name="TextBox 6"/>
          <p:cNvSpPr txBox="1"/>
          <p:nvPr/>
        </p:nvSpPr>
        <p:spPr>
          <a:xfrm>
            <a:off x="1005840" y="1417320"/>
            <a:ext cx="16276319" cy="868680"/>
          </a:xfrm>
          <a:prstGeom prst="rect">
            <a:avLst/>
          </a:prstGeom>
          <a:noFill/>
        </p:spPr>
        <p:txBody>
          <a:bodyPr wrap="square" lIns="0" rIns="0" tIns="0" bIns="0" anchor="ctr">
            <a:spAutoFit/>
          </a:bodyPr>
          <a:lstStyle/>
          <a:p>
            <a:pPr algn="l">
              <a:lnSpc>
                <a:spcPct val="115000"/>
              </a:lnSpc>
              <a:spcAft>
                <a:spcPts val="0"/>
              </a:spcAft>
            </a:pPr>
            <a:r>
              <a:rPr sz="5000" b="0">
                <a:solidFill>
                  <a:srgbClr val="596548"/>
                </a:solidFill>
                <a:latin typeface="Georgia"/>
              </a:rPr>
              <a:t>MODEL SELECTION</a:t>
            </a:r>
          </a:p>
        </p:txBody>
      </p:sp>
      <p:sp>
        <p:nvSpPr>
          <p:cNvPr id="8" name="TextBox 7"/>
          <p:cNvSpPr txBox="1"/>
          <p:nvPr/>
        </p:nvSpPr>
        <p:spPr>
          <a:xfrm>
            <a:off x="1005840" y="2286000"/>
            <a:ext cx="16276319" cy="548640"/>
          </a:xfrm>
          <a:prstGeom prst="rect">
            <a:avLst/>
          </a:prstGeom>
          <a:noFill/>
        </p:spPr>
        <p:txBody>
          <a:bodyPr wrap="square" lIns="0" rIns="0" tIns="0" bIns="0" anchor="ctr">
            <a:spAutoFit/>
          </a:bodyPr>
          <a:lstStyle/>
          <a:p>
            <a:pPr algn="l">
              <a:lnSpc>
                <a:spcPct val="115000"/>
              </a:lnSpc>
              <a:spcAft>
                <a:spcPts val="0"/>
              </a:spcAft>
            </a:pPr>
            <a:r>
              <a:rPr sz="2100" b="0">
                <a:solidFill>
                  <a:srgbClr val="2F2F2B"/>
                </a:solidFill>
                <a:latin typeface="Arial"/>
              </a:rPr>
              <a:t>The Explainable Boosting Machine (EBM) was selected from 20 models on validation years only</a:t>
            </a:r>
          </a:p>
        </p:txBody>
      </p:sp>
      <p:cxnSp>
        <p:nvCxnSpPr>
          <p:cNvPr id="9" name="Connector 8"/>
          <p:cNvCxnSpPr/>
          <p:nvPr/>
        </p:nvCxnSpPr>
        <p:spPr>
          <a:xfrm>
            <a:off x="1005840" y="2971800"/>
            <a:ext cx="16276320" cy="0"/>
          </a:xfrm>
          <a:prstGeom prst="line">
            <a:avLst/>
          </a:prstGeom>
          <a:ln w="15875">
            <a:solidFill>
              <a:srgbClr val="59654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05840" y="3246120"/>
            <a:ext cx="9098280" cy="320040"/>
          </a:xfrm>
          <a:prstGeom prst="rect">
            <a:avLst/>
          </a:prstGeom>
          <a:noFill/>
        </p:spPr>
        <p:txBody>
          <a:bodyPr wrap="square" lIns="0" rIns="0" tIns="0" bIns="0" anchor="t">
            <a:spAutoFit/>
          </a:bodyPr>
          <a:lstStyle/>
          <a:p>
            <a:pPr algn="l">
              <a:lnSpc>
                <a:spcPct val="115000"/>
              </a:lnSpc>
              <a:spcAft>
                <a:spcPts val="0"/>
              </a:spcAft>
            </a:pPr>
            <a:r>
              <a:rPr sz="1400" b="1">
                <a:solidFill>
                  <a:srgbClr val="596548"/>
                </a:solidFill>
                <a:latin typeface="Arial"/>
              </a:rPr>
              <a:t>MEAN ABSOLUTE ERROR OVER SEVEN VALIDATION YEARS (KG/HA)</a:t>
            </a:r>
          </a:p>
        </p:txBody>
      </p:sp>
      <p:pic>
        <p:nvPicPr>
          <p:cNvPr id="11" name="Picture 10" descr="all20.png"/>
          <p:cNvPicPr>
            <a:picLocks noChangeAspect="1"/>
          </p:cNvPicPr>
          <p:nvPr/>
        </p:nvPicPr>
        <p:blipFill>
          <a:blip r:embed="rId2"/>
          <a:stretch>
            <a:fillRect/>
          </a:stretch>
        </p:blipFill>
        <p:spPr>
          <a:xfrm>
            <a:off x="1005840" y="3862668"/>
            <a:ext cx="9098280" cy="5030542"/>
          </a:xfrm>
          <a:prstGeom prst="rect">
            <a:avLst/>
          </a:prstGeom>
        </p:spPr>
      </p:pic>
      <p:cxnSp>
        <p:nvCxnSpPr>
          <p:cNvPr id="12" name="Connector 11"/>
          <p:cNvCxnSpPr/>
          <p:nvPr/>
        </p:nvCxnSpPr>
        <p:spPr>
          <a:xfrm>
            <a:off x="10744199" y="3246120"/>
            <a:ext cx="653796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744199" y="3319272"/>
            <a:ext cx="2011679" cy="829056"/>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Time split</a:t>
            </a:r>
          </a:p>
        </p:txBody>
      </p:sp>
      <p:sp>
        <p:nvSpPr>
          <p:cNvPr id="14" name="TextBox 13"/>
          <p:cNvSpPr txBox="1"/>
          <p:nvPr/>
        </p:nvSpPr>
        <p:spPr>
          <a:xfrm>
            <a:off x="12938759" y="3319272"/>
            <a:ext cx="4343400" cy="829056"/>
          </a:xfrm>
          <a:prstGeom prst="rect">
            <a:avLst/>
          </a:prstGeom>
          <a:noFill/>
        </p:spPr>
        <p:txBody>
          <a:bodyPr wrap="square" lIns="0" rIns="0" tIns="0" bIns="0" anchor="ctr">
            <a:spAutoFit/>
          </a:bodyPr>
          <a:lstStyle/>
          <a:p>
            <a:pPr algn="l">
              <a:lnSpc>
                <a:spcPct val="115000"/>
              </a:lnSpc>
              <a:spcAft>
                <a:spcPts val="0"/>
              </a:spcAft>
            </a:pPr>
            <a:r>
              <a:rPr sz="1300" b="0">
                <a:solidFill>
                  <a:srgbClr val="2F2F2B"/>
                </a:solidFill>
                <a:latin typeface="Arial"/>
              </a:rPr>
              <a:t>Expanding folds validate 2010-2016, final fit 1981-2016, test 2017-2026 once</a:t>
            </a:r>
          </a:p>
        </p:txBody>
      </p:sp>
      <p:cxnSp>
        <p:nvCxnSpPr>
          <p:cNvPr id="15" name="Connector 14"/>
          <p:cNvCxnSpPr/>
          <p:nvPr/>
        </p:nvCxnSpPr>
        <p:spPr>
          <a:xfrm>
            <a:off x="10744199" y="4221480"/>
            <a:ext cx="653796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744199" y="4294632"/>
            <a:ext cx="2011679" cy="829056"/>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Designed settings</a:t>
            </a:r>
          </a:p>
        </p:txBody>
      </p:sp>
      <p:sp>
        <p:nvSpPr>
          <p:cNvPr id="17" name="TextBox 16"/>
          <p:cNvSpPr txBox="1"/>
          <p:nvPr/>
        </p:nvSpPr>
        <p:spPr>
          <a:xfrm>
            <a:off x="12938759" y="4294632"/>
            <a:ext cx="4343400" cy="829056"/>
          </a:xfrm>
          <a:prstGeom prst="rect">
            <a:avLst/>
          </a:prstGeom>
          <a:noFill/>
        </p:spPr>
        <p:txBody>
          <a:bodyPr wrap="square" lIns="0" rIns="0" tIns="0" bIns="0" anchor="ctr">
            <a:spAutoFit/>
          </a:bodyPr>
          <a:lstStyle/>
          <a:p>
            <a:pPr algn="l">
              <a:lnSpc>
                <a:spcPct val="115000"/>
              </a:lnSpc>
              <a:spcAft>
                <a:spcPts val="0"/>
              </a:spcAft>
            </a:pPr>
            <a:r>
              <a:rPr sz="1300" b="0">
                <a:solidFill>
                  <a:srgbClr val="2F2F2B"/>
                </a:solidFill>
                <a:latin typeface="Arial"/>
              </a:rPr>
              <a:t>XGBoost rate 0.03, depth 3, L2 5. CatBoost depth 4, L2 10. Random Forest 500 trees, depth 8, leaf 10. EBM 5 interactions, 8 bags (12.3)</a:t>
            </a:r>
          </a:p>
        </p:txBody>
      </p:sp>
      <p:cxnSp>
        <p:nvCxnSpPr>
          <p:cNvPr id="18" name="Connector 17"/>
          <p:cNvCxnSpPr/>
          <p:nvPr/>
        </p:nvCxnSpPr>
        <p:spPr>
          <a:xfrm>
            <a:off x="10744199" y="5196839"/>
            <a:ext cx="653796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744199" y="5269992"/>
            <a:ext cx="2011679" cy="829056"/>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Tuning</a:t>
            </a:r>
          </a:p>
        </p:txBody>
      </p:sp>
      <p:sp>
        <p:nvSpPr>
          <p:cNvPr id="20" name="TextBox 19"/>
          <p:cNvSpPr txBox="1"/>
          <p:nvPr/>
        </p:nvSpPr>
        <p:spPr>
          <a:xfrm>
            <a:off x="12938759" y="5269992"/>
            <a:ext cx="4343400" cy="829056"/>
          </a:xfrm>
          <a:prstGeom prst="rect">
            <a:avLst/>
          </a:prstGeom>
          <a:noFill/>
        </p:spPr>
        <p:txBody>
          <a:bodyPr wrap="square" lIns="0" rIns="0" tIns="0" bIns="0" anchor="ctr">
            <a:spAutoFit/>
          </a:bodyPr>
          <a:lstStyle/>
          <a:p>
            <a:pPr algn="l">
              <a:lnSpc>
                <a:spcPct val="115000"/>
              </a:lnSpc>
              <a:spcAft>
                <a:spcPts val="0"/>
              </a:spcAft>
            </a:pPr>
            <a:r>
              <a:rPr sz="1300" b="0">
                <a:solidFill>
                  <a:srgbClr val="2F2F2B"/>
                </a:solidFill>
                <a:latin typeface="Arial"/>
              </a:rPr>
              <a:t>Early stopping at 359, 248 and 736 rounds. Grid search gained only 3 to 6 kg/ha against a fold spread of 84 to 90, so the designed values were kept</a:t>
            </a:r>
          </a:p>
        </p:txBody>
      </p:sp>
      <p:cxnSp>
        <p:nvCxnSpPr>
          <p:cNvPr id="21" name="Connector 20"/>
          <p:cNvCxnSpPr/>
          <p:nvPr/>
        </p:nvCxnSpPr>
        <p:spPr>
          <a:xfrm>
            <a:off x="10744199" y="6172200"/>
            <a:ext cx="653796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744199" y="6245352"/>
            <a:ext cx="2011679" cy="829056"/>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Tie rule</a:t>
            </a:r>
          </a:p>
        </p:txBody>
      </p:sp>
      <p:sp>
        <p:nvSpPr>
          <p:cNvPr id="23" name="TextBox 22"/>
          <p:cNvSpPr txBox="1"/>
          <p:nvPr/>
        </p:nvSpPr>
        <p:spPr>
          <a:xfrm>
            <a:off x="12938759" y="6245352"/>
            <a:ext cx="4343400" cy="829056"/>
          </a:xfrm>
          <a:prstGeom prst="rect">
            <a:avLst/>
          </a:prstGeom>
          <a:noFill/>
        </p:spPr>
        <p:txBody>
          <a:bodyPr wrap="square" lIns="0" rIns="0" tIns="0" bIns="0" anchor="ctr">
            <a:spAutoFit/>
          </a:bodyPr>
          <a:lstStyle/>
          <a:p>
            <a:pPr algn="l">
              <a:lnSpc>
                <a:spcPct val="115000"/>
              </a:lnSpc>
              <a:spcAft>
                <a:spcPts val="0"/>
              </a:spcAft>
            </a:pPr>
            <a:r>
              <a:rPr sz="1300" b="0">
                <a:solidFill>
                  <a:srgbClr val="2F2F2B"/>
                </a:solidFill>
                <a:latin typeface="Arial"/>
              </a:rPr>
              <a:t>Within 1% of the best MAE is a tie, NGBoost 343 and EBM 347</a:t>
            </a:r>
          </a:p>
        </p:txBody>
      </p:sp>
      <p:cxnSp>
        <p:nvCxnSpPr>
          <p:cNvPr id="24" name="Connector 23"/>
          <p:cNvCxnSpPr/>
          <p:nvPr/>
        </p:nvCxnSpPr>
        <p:spPr>
          <a:xfrm>
            <a:off x="10744199" y="7147560"/>
            <a:ext cx="653796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744199" y="7220712"/>
            <a:ext cx="2011679" cy="829056"/>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Stability</a:t>
            </a:r>
          </a:p>
        </p:txBody>
      </p:sp>
      <p:sp>
        <p:nvSpPr>
          <p:cNvPr id="26" name="TextBox 25"/>
          <p:cNvSpPr txBox="1"/>
          <p:nvPr/>
        </p:nvSpPr>
        <p:spPr>
          <a:xfrm>
            <a:off x="12938759" y="7220712"/>
            <a:ext cx="4343400" cy="829056"/>
          </a:xfrm>
          <a:prstGeom prst="rect">
            <a:avLst/>
          </a:prstGeom>
          <a:noFill/>
        </p:spPr>
        <p:txBody>
          <a:bodyPr wrap="square" lIns="0" rIns="0" tIns="0" bIns="0" anchor="ctr">
            <a:spAutoFit/>
          </a:bodyPr>
          <a:lstStyle/>
          <a:p>
            <a:pPr algn="l">
              <a:lnSpc>
                <a:spcPct val="115000"/>
              </a:lnSpc>
              <a:spcAft>
                <a:spcPts val="0"/>
              </a:spcAft>
            </a:pPr>
            <a:r>
              <a:rPr sz="1300" b="0">
                <a:solidFill>
                  <a:srgbClr val="2F2F2B"/>
                </a:solidFill>
                <a:latin typeface="Arial"/>
              </a:rPr>
              <a:t>Lower fold-to-fold deviation wins, 79 against 90. Confirmed on test, EBM 446 and NGBoost 459</a:t>
            </a:r>
          </a:p>
        </p:txBody>
      </p:sp>
      <p:cxnSp>
        <p:nvCxnSpPr>
          <p:cNvPr id="27" name="Connector 26"/>
          <p:cNvCxnSpPr/>
          <p:nvPr/>
        </p:nvCxnSpPr>
        <p:spPr>
          <a:xfrm>
            <a:off x="10744199" y="8122920"/>
            <a:ext cx="653796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744199" y="8196072"/>
            <a:ext cx="2011679" cy="829056"/>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No leakage</a:t>
            </a:r>
          </a:p>
        </p:txBody>
      </p:sp>
      <p:sp>
        <p:nvSpPr>
          <p:cNvPr id="29" name="TextBox 28"/>
          <p:cNvSpPr txBox="1"/>
          <p:nvPr/>
        </p:nvSpPr>
        <p:spPr>
          <a:xfrm>
            <a:off x="12938759" y="8196072"/>
            <a:ext cx="4343400" cy="829056"/>
          </a:xfrm>
          <a:prstGeom prst="rect">
            <a:avLst/>
          </a:prstGeom>
          <a:noFill/>
        </p:spPr>
        <p:txBody>
          <a:bodyPr wrap="square" lIns="0" rIns="0" tIns="0" bIns="0" anchor="ctr">
            <a:spAutoFit/>
          </a:bodyPr>
          <a:lstStyle/>
          <a:p>
            <a:pPr algn="l">
              <a:lnSpc>
                <a:spcPct val="115000"/>
              </a:lnSpc>
              <a:spcAft>
                <a:spcPts val="0"/>
              </a:spcAft>
            </a:pPr>
            <a:r>
              <a:rPr sz="1300" b="0">
                <a:solidFill>
                  <a:srgbClr val="2F2F2B"/>
                </a:solidFill>
                <a:latin typeface="Arial"/>
              </a:rPr>
              <a:t>Nine leakage checks passed in code, the refitted ARIMA forecast reproduces the stored 4,945.0</a:t>
            </a:r>
          </a:p>
        </p:txBody>
      </p:sp>
      <p:cxnSp>
        <p:nvCxnSpPr>
          <p:cNvPr id="30" name="Connector 29"/>
          <p:cNvCxnSpPr/>
          <p:nvPr/>
        </p:nvCxnSpPr>
        <p:spPr>
          <a:xfrm>
            <a:off x="10744199" y="9098280"/>
            <a:ext cx="6537961"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3E2"/>
        </a:solidFill>
        <a:effectLst/>
      </p:bgPr>
    </p:bg>
    <p:spTree>
      <p:nvGrpSpPr>
        <p:cNvPr id="1" name=""/>
        <p:cNvGrpSpPr/>
        <p:nvPr/>
      </p:nvGrpSpPr>
      <p:grpSpPr/>
      <p:sp>
        <p:nvSpPr>
          <p:cNvPr id="2" name="Rectangle 1"/>
          <p:cNvSpPr/>
          <p:nvPr/>
        </p:nvSpPr>
        <p:spPr>
          <a:xfrm>
            <a:off x="0" y="0"/>
            <a:ext cx="4818888" cy="182880"/>
          </a:xfrm>
          <a:prstGeom prst="rect">
            <a:avLst/>
          </a:prstGeom>
          <a:solidFill>
            <a:srgbClr val="C9D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411480"/>
            <a:ext cx="8229600" cy="548640"/>
          </a:xfrm>
          <a:prstGeom prst="rect">
            <a:avLst/>
          </a:prstGeom>
          <a:noFill/>
        </p:spPr>
        <p:txBody>
          <a:bodyPr wrap="square" lIns="0" rIns="0" tIns="0" bIns="0" anchor="ctr">
            <a:spAutoFit/>
          </a:bodyPr>
          <a:lstStyle/>
          <a:p>
            <a:pPr algn="l">
              <a:lnSpc>
                <a:spcPct val="115000"/>
              </a:lnSpc>
              <a:spcAft>
                <a:spcPts val="0"/>
              </a:spcAft>
            </a:pPr>
            <a:r>
              <a:rPr sz="1400" b="0">
                <a:solidFill>
                  <a:srgbClr val="6B675C"/>
                </a:solidFill>
                <a:latin typeface="Arial"/>
              </a:rPr>
              <a:t>SRI LANKA DISTRICT PADDY YIELD PREDICTION</a:t>
            </a:r>
          </a:p>
        </p:txBody>
      </p:sp>
      <p:sp>
        <p:nvSpPr>
          <p:cNvPr id="4" name="TextBox 3"/>
          <p:cNvSpPr txBox="1"/>
          <p:nvPr/>
        </p:nvSpPr>
        <p:spPr>
          <a:xfrm>
            <a:off x="9144000" y="411480"/>
            <a:ext cx="8138159" cy="548640"/>
          </a:xfrm>
          <a:prstGeom prst="rect">
            <a:avLst/>
          </a:prstGeom>
          <a:noFill/>
        </p:spPr>
        <p:txBody>
          <a:bodyPr wrap="square" lIns="0" rIns="0" tIns="0" bIns="0" anchor="ctr">
            <a:spAutoFit/>
          </a:bodyPr>
          <a:lstStyle/>
          <a:p>
            <a:pPr algn="r">
              <a:lnSpc>
                <a:spcPct val="115000"/>
              </a:lnSpc>
              <a:spcAft>
                <a:spcPts val="0"/>
              </a:spcAft>
            </a:pPr>
            <a:r>
              <a:rPr sz="1400" b="0">
                <a:solidFill>
                  <a:srgbClr val="6B675C"/>
                </a:solidFill>
                <a:latin typeface="Arial"/>
              </a:rPr>
              <a:t>269219J  |  OCTOBER 2026</a:t>
            </a:r>
          </a:p>
        </p:txBody>
      </p:sp>
      <p:cxnSp>
        <p:nvCxnSpPr>
          <p:cNvPr id="5" name="Connector 4"/>
          <p:cNvCxnSpPr/>
          <p:nvPr/>
        </p:nvCxnSpPr>
        <p:spPr>
          <a:xfrm>
            <a:off x="0" y="1143000"/>
            <a:ext cx="18288000" cy="0"/>
          </a:xfrm>
          <a:prstGeom prst="line">
            <a:avLst/>
          </a:prstGeom>
          <a:ln w="9525">
            <a:solidFill>
              <a:srgbClr val="2F2F2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 y="9464040"/>
            <a:ext cx="16276319" cy="457200"/>
          </a:xfrm>
          <a:prstGeom prst="rect">
            <a:avLst/>
          </a:prstGeom>
          <a:noFill/>
        </p:spPr>
        <p:txBody>
          <a:bodyPr wrap="square" lIns="0" rIns="0" tIns="0" bIns="0" anchor="ctr">
            <a:spAutoFit/>
          </a:bodyPr>
          <a:lstStyle/>
          <a:p>
            <a:pPr algn="ctr">
              <a:lnSpc>
                <a:spcPct val="115000"/>
              </a:lnSpc>
              <a:spcAft>
                <a:spcPts val="0"/>
              </a:spcAft>
            </a:pPr>
            <a:r>
              <a:rPr sz="1600" b="0">
                <a:solidFill>
                  <a:srgbClr val="6B675C"/>
                </a:solidFill>
                <a:latin typeface="Arial"/>
              </a:rPr>
              <a:t>07</a:t>
            </a:r>
          </a:p>
        </p:txBody>
      </p:sp>
      <p:sp>
        <p:nvSpPr>
          <p:cNvPr id="7" name="TextBox 6"/>
          <p:cNvSpPr txBox="1"/>
          <p:nvPr/>
        </p:nvSpPr>
        <p:spPr>
          <a:xfrm>
            <a:off x="1005840" y="1417320"/>
            <a:ext cx="16276319" cy="868680"/>
          </a:xfrm>
          <a:prstGeom prst="rect">
            <a:avLst/>
          </a:prstGeom>
          <a:noFill/>
        </p:spPr>
        <p:txBody>
          <a:bodyPr wrap="square" lIns="0" rIns="0" tIns="0" bIns="0" anchor="ctr">
            <a:spAutoFit/>
          </a:bodyPr>
          <a:lstStyle/>
          <a:p>
            <a:pPr algn="l">
              <a:lnSpc>
                <a:spcPct val="115000"/>
              </a:lnSpc>
              <a:spcAft>
                <a:spcPts val="0"/>
              </a:spcAft>
            </a:pPr>
            <a:r>
              <a:rPr sz="5000" b="0">
                <a:solidFill>
                  <a:srgbClr val="596548"/>
                </a:solidFill>
                <a:latin typeface="Georgia"/>
              </a:rPr>
              <a:t>RESULTS AND EVALUATION</a:t>
            </a:r>
          </a:p>
        </p:txBody>
      </p:sp>
      <p:sp>
        <p:nvSpPr>
          <p:cNvPr id="8" name="TextBox 7"/>
          <p:cNvSpPr txBox="1"/>
          <p:nvPr/>
        </p:nvSpPr>
        <p:spPr>
          <a:xfrm>
            <a:off x="1005840" y="2286000"/>
            <a:ext cx="16276319" cy="548640"/>
          </a:xfrm>
          <a:prstGeom prst="rect">
            <a:avLst/>
          </a:prstGeom>
          <a:noFill/>
        </p:spPr>
        <p:txBody>
          <a:bodyPr wrap="square" lIns="0" rIns="0" tIns="0" bIns="0" anchor="ctr">
            <a:spAutoFit/>
          </a:bodyPr>
          <a:lstStyle/>
          <a:p>
            <a:pPr algn="l">
              <a:lnSpc>
                <a:spcPct val="115000"/>
              </a:lnSpc>
              <a:spcAft>
                <a:spcPts val="0"/>
              </a:spcAft>
            </a:pPr>
            <a:r>
              <a:rPr sz="2100" b="0">
                <a:solidFill>
                  <a:srgbClr val="2F2F2B"/>
                </a:solidFill>
                <a:latin typeface="Arial"/>
              </a:rPr>
              <a:t>87.6% accuracy on 18 unseen seasons, level with the best models and better than the naive baseline</a:t>
            </a:r>
          </a:p>
        </p:txBody>
      </p:sp>
      <p:cxnSp>
        <p:nvCxnSpPr>
          <p:cNvPr id="9" name="Connector 8"/>
          <p:cNvCxnSpPr/>
          <p:nvPr/>
        </p:nvCxnSpPr>
        <p:spPr>
          <a:xfrm>
            <a:off x="1005840" y="2971800"/>
            <a:ext cx="16276320" cy="0"/>
          </a:xfrm>
          <a:prstGeom prst="line">
            <a:avLst/>
          </a:prstGeom>
          <a:ln w="15875">
            <a:solidFill>
              <a:srgbClr val="59654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05840" y="3200400"/>
            <a:ext cx="3703319" cy="777240"/>
          </a:xfrm>
          <a:prstGeom prst="rect">
            <a:avLst/>
          </a:prstGeom>
          <a:noFill/>
        </p:spPr>
        <p:txBody>
          <a:bodyPr wrap="square" lIns="0" rIns="0" tIns="0" bIns="0" anchor="t">
            <a:spAutoFit/>
          </a:bodyPr>
          <a:lstStyle/>
          <a:p>
            <a:pPr algn="l">
              <a:lnSpc>
                <a:spcPct val="115000"/>
              </a:lnSpc>
              <a:spcAft>
                <a:spcPts val="0"/>
              </a:spcAft>
            </a:pPr>
            <a:r>
              <a:rPr sz="4400" b="0">
                <a:solidFill>
                  <a:srgbClr val="596548"/>
                </a:solidFill>
                <a:latin typeface="Georgia"/>
              </a:rPr>
              <a:t>87.6%</a:t>
            </a:r>
          </a:p>
        </p:txBody>
      </p:sp>
      <p:sp>
        <p:nvSpPr>
          <p:cNvPr id="11" name="TextBox 10"/>
          <p:cNvSpPr txBox="1"/>
          <p:nvPr/>
        </p:nvSpPr>
        <p:spPr>
          <a:xfrm>
            <a:off x="1005840" y="4041648"/>
            <a:ext cx="3703319" cy="822960"/>
          </a:xfrm>
          <a:prstGeom prst="rect">
            <a:avLst/>
          </a:prstGeom>
          <a:noFill/>
        </p:spPr>
        <p:txBody>
          <a:bodyPr wrap="square" lIns="0" rIns="0" tIns="0" bIns="0" anchor="t">
            <a:spAutoFit/>
          </a:bodyPr>
          <a:lstStyle/>
          <a:p>
            <a:pPr algn="l">
              <a:lnSpc>
                <a:spcPct val="110000"/>
              </a:lnSpc>
              <a:spcAft>
                <a:spcPts val="0"/>
              </a:spcAft>
            </a:pPr>
            <a:r>
              <a:rPr sz="1500" b="0">
                <a:solidFill>
                  <a:srgbClr val="6B675C"/>
                </a:solidFill>
                <a:latin typeface="Arial"/>
              </a:rPr>
              <a:t>accuracy, 100% minus the mean absolute percentage error (MAPE) of 12.4%</a:t>
            </a:r>
          </a:p>
        </p:txBody>
      </p:sp>
      <p:sp>
        <p:nvSpPr>
          <p:cNvPr id="12" name="TextBox 11"/>
          <p:cNvSpPr txBox="1"/>
          <p:nvPr/>
        </p:nvSpPr>
        <p:spPr>
          <a:xfrm>
            <a:off x="5074919" y="3200400"/>
            <a:ext cx="3703319" cy="777240"/>
          </a:xfrm>
          <a:prstGeom prst="rect">
            <a:avLst/>
          </a:prstGeom>
          <a:noFill/>
        </p:spPr>
        <p:txBody>
          <a:bodyPr wrap="square" lIns="0" rIns="0" tIns="0" bIns="0" anchor="t">
            <a:spAutoFit/>
          </a:bodyPr>
          <a:lstStyle/>
          <a:p>
            <a:pPr algn="l">
              <a:lnSpc>
                <a:spcPct val="115000"/>
              </a:lnSpc>
              <a:spcAft>
                <a:spcPts val="0"/>
              </a:spcAft>
            </a:pPr>
            <a:r>
              <a:rPr sz="4400" b="0">
                <a:solidFill>
                  <a:srgbClr val="596548"/>
                </a:solidFill>
                <a:latin typeface="Georgia"/>
              </a:rPr>
              <a:t>446</a:t>
            </a:r>
          </a:p>
        </p:txBody>
      </p:sp>
      <p:sp>
        <p:nvSpPr>
          <p:cNvPr id="13" name="TextBox 12"/>
          <p:cNvSpPr txBox="1"/>
          <p:nvPr/>
        </p:nvSpPr>
        <p:spPr>
          <a:xfrm>
            <a:off x="5074919" y="4041648"/>
            <a:ext cx="3703319" cy="822960"/>
          </a:xfrm>
          <a:prstGeom prst="rect">
            <a:avLst/>
          </a:prstGeom>
          <a:noFill/>
        </p:spPr>
        <p:txBody>
          <a:bodyPr wrap="square" lIns="0" rIns="0" tIns="0" bIns="0" anchor="t">
            <a:spAutoFit/>
          </a:bodyPr>
          <a:lstStyle/>
          <a:p>
            <a:pPr algn="l">
              <a:lnSpc>
                <a:spcPct val="110000"/>
              </a:lnSpc>
              <a:spcAft>
                <a:spcPts val="0"/>
              </a:spcAft>
            </a:pPr>
            <a:r>
              <a:rPr sz="1500" b="0">
                <a:solidFill>
                  <a:srgbClr val="6B675C"/>
                </a:solidFill>
                <a:latin typeface="Arial"/>
              </a:rPr>
              <a:t>kg/ha test MAE, 532 for the 3-season average</a:t>
            </a:r>
          </a:p>
        </p:txBody>
      </p:sp>
      <p:sp>
        <p:nvSpPr>
          <p:cNvPr id="14" name="TextBox 13"/>
          <p:cNvSpPr txBox="1"/>
          <p:nvPr/>
        </p:nvSpPr>
        <p:spPr>
          <a:xfrm>
            <a:off x="9143999" y="3200400"/>
            <a:ext cx="3703319" cy="777240"/>
          </a:xfrm>
          <a:prstGeom prst="rect">
            <a:avLst/>
          </a:prstGeom>
          <a:noFill/>
        </p:spPr>
        <p:txBody>
          <a:bodyPr wrap="square" lIns="0" rIns="0" tIns="0" bIns="0" anchor="t">
            <a:spAutoFit/>
          </a:bodyPr>
          <a:lstStyle/>
          <a:p>
            <a:pPr algn="l">
              <a:lnSpc>
                <a:spcPct val="115000"/>
              </a:lnSpc>
              <a:spcAft>
                <a:spcPts val="0"/>
              </a:spcAft>
            </a:pPr>
            <a:r>
              <a:rPr sz="4400" b="0">
                <a:solidFill>
                  <a:srgbClr val="596548"/>
                </a:solidFill>
                <a:latin typeface="Georgia"/>
              </a:rPr>
              <a:t>0.58</a:t>
            </a:r>
          </a:p>
        </p:txBody>
      </p:sp>
      <p:sp>
        <p:nvSpPr>
          <p:cNvPr id="15" name="TextBox 14"/>
          <p:cNvSpPr txBox="1"/>
          <p:nvPr/>
        </p:nvSpPr>
        <p:spPr>
          <a:xfrm>
            <a:off x="9143999" y="4041648"/>
            <a:ext cx="3703319" cy="822960"/>
          </a:xfrm>
          <a:prstGeom prst="rect">
            <a:avLst/>
          </a:prstGeom>
          <a:noFill/>
        </p:spPr>
        <p:txBody>
          <a:bodyPr wrap="square" lIns="0" rIns="0" tIns="0" bIns="0" anchor="t">
            <a:spAutoFit/>
          </a:bodyPr>
          <a:lstStyle/>
          <a:p>
            <a:pPr algn="l">
              <a:lnSpc>
                <a:spcPct val="110000"/>
              </a:lnSpc>
              <a:spcAft>
                <a:spcPts val="0"/>
              </a:spcAft>
            </a:pPr>
            <a:r>
              <a:rPr sz="1500" b="0">
                <a:solidFill>
                  <a:srgbClr val="6B675C"/>
                </a:solidFill>
                <a:latin typeface="Arial"/>
              </a:rPr>
              <a:t>R², 0.72 outside the two ban seasons</a:t>
            </a:r>
          </a:p>
        </p:txBody>
      </p:sp>
      <p:sp>
        <p:nvSpPr>
          <p:cNvPr id="16" name="TextBox 15"/>
          <p:cNvSpPr txBox="1"/>
          <p:nvPr/>
        </p:nvSpPr>
        <p:spPr>
          <a:xfrm>
            <a:off x="13213079" y="3200400"/>
            <a:ext cx="3703319" cy="777240"/>
          </a:xfrm>
          <a:prstGeom prst="rect">
            <a:avLst/>
          </a:prstGeom>
          <a:noFill/>
        </p:spPr>
        <p:txBody>
          <a:bodyPr wrap="square" lIns="0" rIns="0" tIns="0" bIns="0" anchor="t">
            <a:spAutoFit/>
          </a:bodyPr>
          <a:lstStyle/>
          <a:p>
            <a:pPr algn="l">
              <a:lnSpc>
                <a:spcPct val="115000"/>
              </a:lnSpc>
              <a:spcAft>
                <a:spcPts val="0"/>
              </a:spcAft>
            </a:pPr>
            <a:r>
              <a:rPr sz="4400" b="0">
                <a:solidFill>
                  <a:srgbClr val="596548"/>
                </a:solidFill>
                <a:latin typeface="Georgia"/>
              </a:rPr>
              <a:t>86%</a:t>
            </a:r>
          </a:p>
        </p:txBody>
      </p:sp>
      <p:sp>
        <p:nvSpPr>
          <p:cNvPr id="17" name="TextBox 16"/>
          <p:cNvSpPr txBox="1"/>
          <p:nvPr/>
        </p:nvSpPr>
        <p:spPr>
          <a:xfrm>
            <a:off x="13213079" y="4041648"/>
            <a:ext cx="3703319" cy="822960"/>
          </a:xfrm>
          <a:prstGeom prst="rect">
            <a:avLst/>
          </a:prstGeom>
          <a:noFill/>
        </p:spPr>
        <p:txBody>
          <a:bodyPr wrap="square" lIns="0" rIns="0" tIns="0" bIns="0" anchor="t">
            <a:spAutoFit/>
          </a:bodyPr>
          <a:lstStyle/>
          <a:p>
            <a:pPr algn="l">
              <a:lnSpc>
                <a:spcPct val="110000"/>
              </a:lnSpc>
              <a:spcAft>
                <a:spcPts val="0"/>
              </a:spcAft>
            </a:pPr>
            <a:r>
              <a:rPr sz="1500" b="0">
                <a:solidFill>
                  <a:srgbClr val="6B675C"/>
                </a:solidFill>
                <a:latin typeface="Arial"/>
              </a:rPr>
              <a:t>of estimates within 20% of the official yield</a:t>
            </a:r>
          </a:p>
        </p:txBody>
      </p:sp>
      <p:cxnSp>
        <p:nvCxnSpPr>
          <p:cNvPr id="18" name="Connector 17"/>
          <p:cNvCxnSpPr/>
          <p:nvPr/>
        </p:nvCxnSpPr>
        <p:spPr>
          <a:xfrm>
            <a:off x="1005840" y="4892040"/>
            <a:ext cx="16276320"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05840" y="5074920"/>
            <a:ext cx="7818119" cy="320040"/>
          </a:xfrm>
          <a:prstGeom prst="rect">
            <a:avLst/>
          </a:prstGeom>
          <a:noFill/>
        </p:spPr>
        <p:txBody>
          <a:bodyPr wrap="square" lIns="0" rIns="0" tIns="0" bIns="0" anchor="t">
            <a:spAutoFit/>
          </a:bodyPr>
          <a:lstStyle/>
          <a:p>
            <a:pPr algn="l">
              <a:lnSpc>
                <a:spcPct val="115000"/>
              </a:lnSpc>
              <a:spcAft>
                <a:spcPts val="0"/>
              </a:spcAft>
            </a:pPr>
            <a:r>
              <a:rPr sz="1400" b="1">
                <a:solidFill>
                  <a:srgbClr val="596548"/>
                </a:solidFill>
                <a:latin typeface="Arial"/>
              </a:rPr>
              <a:t>FURTHER ERROR MEASURES, TEST 2017-2026</a:t>
            </a:r>
          </a:p>
        </p:txBody>
      </p:sp>
      <p:cxnSp>
        <p:nvCxnSpPr>
          <p:cNvPr id="20" name="Connector 19"/>
          <p:cNvCxnSpPr/>
          <p:nvPr/>
        </p:nvCxnSpPr>
        <p:spPr>
          <a:xfrm>
            <a:off x="1005840" y="5486400"/>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05840" y="5559552"/>
            <a:ext cx="3657600" cy="756665"/>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Training / validation / test MAE</a:t>
            </a:r>
          </a:p>
        </p:txBody>
      </p:sp>
      <p:sp>
        <p:nvSpPr>
          <p:cNvPr id="22" name="TextBox 21"/>
          <p:cNvSpPr txBox="1"/>
          <p:nvPr/>
        </p:nvSpPr>
        <p:spPr>
          <a:xfrm>
            <a:off x="4846320" y="5559552"/>
            <a:ext cx="3977639" cy="756665"/>
          </a:xfrm>
          <a:prstGeom prst="rect">
            <a:avLst/>
          </a:prstGeom>
          <a:noFill/>
        </p:spPr>
        <p:txBody>
          <a:bodyPr wrap="square" lIns="0" rIns="0" tIns="0" bIns="0" anchor="ctr">
            <a:spAutoFit/>
          </a:bodyPr>
          <a:lstStyle/>
          <a:p>
            <a:pPr algn="l">
              <a:lnSpc>
                <a:spcPct val="115000"/>
              </a:lnSpc>
              <a:spcAft>
                <a:spcPts val="0"/>
              </a:spcAft>
            </a:pPr>
            <a:r>
              <a:rPr sz="1500" b="0">
                <a:solidFill>
                  <a:srgbClr val="2F2F2B"/>
                </a:solidFill>
                <a:latin typeface="Arial"/>
              </a:rPr>
              <a:t>235 / 347 / 446 kg/ha</a:t>
            </a:r>
          </a:p>
        </p:txBody>
      </p:sp>
      <p:cxnSp>
        <p:nvCxnSpPr>
          <p:cNvPr id="23" name="Connector 22"/>
          <p:cNvCxnSpPr/>
          <p:nvPr/>
        </p:nvCxnSpPr>
        <p:spPr>
          <a:xfrm>
            <a:off x="1005840" y="6389370"/>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05840" y="6462522"/>
            <a:ext cx="3657600" cy="756665"/>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Median absolute error</a:t>
            </a:r>
          </a:p>
        </p:txBody>
      </p:sp>
      <p:sp>
        <p:nvSpPr>
          <p:cNvPr id="25" name="TextBox 24"/>
          <p:cNvSpPr txBox="1"/>
          <p:nvPr/>
        </p:nvSpPr>
        <p:spPr>
          <a:xfrm>
            <a:off x="4846320" y="6462522"/>
            <a:ext cx="3977639" cy="756665"/>
          </a:xfrm>
          <a:prstGeom prst="rect">
            <a:avLst/>
          </a:prstGeom>
          <a:noFill/>
        </p:spPr>
        <p:txBody>
          <a:bodyPr wrap="square" lIns="0" rIns="0" tIns="0" bIns="0" anchor="ctr">
            <a:spAutoFit/>
          </a:bodyPr>
          <a:lstStyle/>
          <a:p>
            <a:pPr algn="l">
              <a:lnSpc>
                <a:spcPct val="115000"/>
              </a:lnSpc>
              <a:spcAft>
                <a:spcPts val="0"/>
              </a:spcAft>
            </a:pPr>
            <a:r>
              <a:rPr sz="1500" b="0">
                <a:solidFill>
                  <a:srgbClr val="2F2F2B"/>
                </a:solidFill>
                <a:latin typeface="Arial"/>
              </a:rPr>
              <a:t>328 kg/ha, naive average 405</a:t>
            </a:r>
          </a:p>
        </p:txBody>
      </p:sp>
      <p:cxnSp>
        <p:nvCxnSpPr>
          <p:cNvPr id="26" name="Connector 25"/>
          <p:cNvCxnSpPr/>
          <p:nvPr/>
        </p:nvCxnSpPr>
        <p:spPr>
          <a:xfrm>
            <a:off x="1005840" y="7292340"/>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05840" y="7365492"/>
            <a:ext cx="3657600" cy="756665"/>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Bias (estimate minus actual)</a:t>
            </a:r>
          </a:p>
        </p:txBody>
      </p:sp>
      <p:sp>
        <p:nvSpPr>
          <p:cNvPr id="28" name="TextBox 27"/>
          <p:cNvSpPr txBox="1"/>
          <p:nvPr/>
        </p:nvSpPr>
        <p:spPr>
          <a:xfrm>
            <a:off x="4846320" y="7365492"/>
            <a:ext cx="3977639" cy="756665"/>
          </a:xfrm>
          <a:prstGeom prst="rect">
            <a:avLst/>
          </a:prstGeom>
          <a:noFill/>
        </p:spPr>
        <p:txBody>
          <a:bodyPr wrap="square" lIns="0" rIns="0" tIns="0" bIns="0" anchor="ctr">
            <a:spAutoFit/>
          </a:bodyPr>
          <a:lstStyle/>
          <a:p>
            <a:pPr algn="l">
              <a:lnSpc>
                <a:spcPct val="115000"/>
              </a:lnSpc>
              <a:spcAft>
                <a:spcPts val="0"/>
              </a:spcAft>
            </a:pPr>
            <a:r>
              <a:rPr sz="1500" b="0">
                <a:solidFill>
                  <a:srgbClr val="2F2F2B"/>
                </a:solidFill>
                <a:latin typeface="Arial"/>
              </a:rPr>
              <a:t>-16 kg/ha</a:t>
            </a:r>
          </a:p>
        </p:txBody>
      </p:sp>
      <p:cxnSp>
        <p:nvCxnSpPr>
          <p:cNvPr id="29" name="Connector 28"/>
          <p:cNvCxnSpPr/>
          <p:nvPr/>
        </p:nvCxnSpPr>
        <p:spPr>
          <a:xfrm>
            <a:off x="1005840" y="8195309"/>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05840" y="8268461"/>
            <a:ext cx="3657600" cy="756665"/>
          </a:xfrm>
          <a:prstGeom prst="rect">
            <a:avLst/>
          </a:prstGeom>
          <a:noFill/>
        </p:spPr>
        <p:txBody>
          <a:bodyPr wrap="square" lIns="0" rIns="0" tIns="0" bIns="0" anchor="ctr">
            <a:spAutoFit/>
          </a:bodyPr>
          <a:lstStyle/>
          <a:p>
            <a:pPr algn="l">
              <a:lnSpc>
                <a:spcPct val="115000"/>
              </a:lnSpc>
              <a:spcAft>
                <a:spcPts val="0"/>
              </a:spcAft>
            </a:pPr>
            <a:r>
              <a:rPr sz="1500" b="1">
                <a:solidFill>
                  <a:srgbClr val="2F2F2B"/>
                </a:solidFill>
                <a:latin typeface="Arial"/>
              </a:rPr>
              <a:t>Skill vs 3-season average</a:t>
            </a:r>
          </a:p>
        </p:txBody>
      </p:sp>
      <p:sp>
        <p:nvSpPr>
          <p:cNvPr id="31" name="TextBox 30"/>
          <p:cNvSpPr txBox="1"/>
          <p:nvPr/>
        </p:nvSpPr>
        <p:spPr>
          <a:xfrm>
            <a:off x="4846320" y="8268461"/>
            <a:ext cx="3977639" cy="756665"/>
          </a:xfrm>
          <a:prstGeom prst="rect">
            <a:avLst/>
          </a:prstGeom>
          <a:noFill/>
        </p:spPr>
        <p:txBody>
          <a:bodyPr wrap="square" lIns="0" rIns="0" tIns="0" bIns="0" anchor="ctr">
            <a:spAutoFit/>
          </a:bodyPr>
          <a:lstStyle/>
          <a:p>
            <a:pPr algn="l">
              <a:lnSpc>
                <a:spcPct val="115000"/>
              </a:lnSpc>
              <a:spcAft>
                <a:spcPts val="0"/>
              </a:spcAft>
            </a:pPr>
            <a:r>
              <a:rPr sz="1500" b="0">
                <a:solidFill>
                  <a:srgbClr val="2F2F2B"/>
                </a:solidFill>
                <a:latin typeface="Arial"/>
              </a:rPr>
              <a:t>16% less error</a:t>
            </a:r>
          </a:p>
        </p:txBody>
      </p:sp>
      <p:cxnSp>
        <p:nvCxnSpPr>
          <p:cNvPr id="32" name="Connector 31"/>
          <p:cNvCxnSpPr/>
          <p:nvPr/>
        </p:nvCxnSpPr>
        <p:spPr>
          <a:xfrm>
            <a:off x="1005840" y="9098280"/>
            <a:ext cx="7818119" cy="0"/>
          </a:xfrm>
          <a:prstGeom prst="line">
            <a:avLst/>
          </a:prstGeom>
          <a:ln w="12700">
            <a:solidFill>
              <a:srgbClr val="C9D3B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464039" y="5074920"/>
            <a:ext cx="7818119" cy="320040"/>
          </a:xfrm>
          <a:prstGeom prst="rect">
            <a:avLst/>
          </a:prstGeom>
          <a:noFill/>
        </p:spPr>
        <p:txBody>
          <a:bodyPr wrap="square" lIns="0" rIns="0" tIns="0" bIns="0" anchor="t">
            <a:spAutoFit/>
          </a:bodyPr>
          <a:lstStyle/>
          <a:p>
            <a:pPr algn="l">
              <a:lnSpc>
                <a:spcPct val="115000"/>
              </a:lnSpc>
              <a:spcAft>
                <a:spcPts val="0"/>
              </a:spcAft>
            </a:pPr>
            <a:r>
              <a:rPr sz="1400" b="1">
                <a:solidFill>
                  <a:srgbClr val="596548"/>
                </a:solidFill>
                <a:latin typeface="Arial"/>
              </a:rPr>
              <a:t>BENCHMARK, PUBLISHED METHODS REBUILT ON THE SAME DATA</a:t>
            </a:r>
          </a:p>
        </p:txBody>
      </p:sp>
      <p:pic>
        <p:nvPicPr>
          <p:cNvPr id="34" name="Picture 33" descr="bench.png"/>
          <p:cNvPicPr>
            <a:picLocks noChangeAspect="1"/>
          </p:cNvPicPr>
          <p:nvPr/>
        </p:nvPicPr>
        <p:blipFill>
          <a:blip r:embed="rId2"/>
          <a:stretch>
            <a:fillRect/>
          </a:stretch>
        </p:blipFill>
        <p:spPr>
          <a:xfrm>
            <a:off x="10477726" y="5486400"/>
            <a:ext cx="5790747" cy="2514600"/>
          </a:xfrm>
          <a:prstGeom prst="rect">
            <a:avLst/>
          </a:prstGeom>
        </p:spPr>
      </p:pic>
      <p:sp>
        <p:nvSpPr>
          <p:cNvPr id="35" name="TextBox 34"/>
          <p:cNvSpPr txBox="1"/>
          <p:nvPr/>
        </p:nvSpPr>
        <p:spPr>
          <a:xfrm>
            <a:off x="9464039" y="8138160"/>
            <a:ext cx="7818119" cy="960120"/>
          </a:xfrm>
          <a:prstGeom prst="rect">
            <a:avLst/>
          </a:prstGeom>
          <a:noFill/>
        </p:spPr>
        <p:txBody>
          <a:bodyPr wrap="square" lIns="0" rIns="0" tIns="0" bIns="0" anchor="ctr">
            <a:spAutoFit/>
          </a:bodyPr>
          <a:lstStyle/>
          <a:p>
            <a:pPr algn="l">
              <a:lnSpc>
                <a:spcPct val="112000"/>
              </a:lnSpc>
              <a:spcAft>
                <a:spcPts val="0"/>
              </a:spcAft>
            </a:pPr>
            <a:r>
              <a:rPr sz="1400" b="0">
                <a:solidFill>
                  <a:srgbClr val="6B675C"/>
                </a:solidFill>
                <a:latin typeface="Arial"/>
              </a:rPr>
              <a:t>The EBM (446) matches the published support vector regression (SVR, 443) and stacked XGBoost (451). Among the 20 candidates the Gaussian Process (426), Ridge and Huber (both 438) were best on test but not chosen, as choosing on test would bias the score. EBM vs Ridge p = 0.61, vs naive p = 0.025 (Diebold-Mariano).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3E2"/>
        </a:solidFill>
        <a:effectLst/>
      </p:bgPr>
    </p:bg>
    <p:spTree>
      <p:nvGrpSpPr>
        <p:cNvPr id="1" name=""/>
        <p:cNvGrpSpPr/>
        <p:nvPr/>
      </p:nvGrpSpPr>
      <p:grpSpPr/>
      <p:sp>
        <p:nvSpPr>
          <p:cNvPr id="2" name="Rectangle 1"/>
          <p:cNvSpPr/>
          <p:nvPr/>
        </p:nvSpPr>
        <p:spPr>
          <a:xfrm>
            <a:off x="0" y="0"/>
            <a:ext cx="4818888" cy="182880"/>
          </a:xfrm>
          <a:prstGeom prst="rect">
            <a:avLst/>
          </a:prstGeom>
          <a:solidFill>
            <a:srgbClr val="C9D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411480"/>
            <a:ext cx="8229600" cy="548640"/>
          </a:xfrm>
          <a:prstGeom prst="rect">
            <a:avLst/>
          </a:prstGeom>
          <a:noFill/>
        </p:spPr>
        <p:txBody>
          <a:bodyPr wrap="square" lIns="0" rIns="0" tIns="0" bIns="0" anchor="ctr">
            <a:spAutoFit/>
          </a:bodyPr>
          <a:lstStyle/>
          <a:p>
            <a:pPr algn="l">
              <a:lnSpc>
                <a:spcPct val="115000"/>
              </a:lnSpc>
              <a:spcAft>
                <a:spcPts val="0"/>
              </a:spcAft>
            </a:pPr>
            <a:r>
              <a:rPr sz="1400" b="0">
                <a:solidFill>
                  <a:srgbClr val="6B675C"/>
                </a:solidFill>
                <a:latin typeface="Arial"/>
              </a:rPr>
              <a:t>SRI LANKA DISTRICT PADDY YIELD PREDICTION</a:t>
            </a:r>
          </a:p>
        </p:txBody>
      </p:sp>
      <p:sp>
        <p:nvSpPr>
          <p:cNvPr id="4" name="TextBox 3"/>
          <p:cNvSpPr txBox="1"/>
          <p:nvPr/>
        </p:nvSpPr>
        <p:spPr>
          <a:xfrm>
            <a:off x="9144000" y="411480"/>
            <a:ext cx="8138159" cy="548640"/>
          </a:xfrm>
          <a:prstGeom prst="rect">
            <a:avLst/>
          </a:prstGeom>
          <a:noFill/>
        </p:spPr>
        <p:txBody>
          <a:bodyPr wrap="square" lIns="0" rIns="0" tIns="0" bIns="0" anchor="ctr">
            <a:spAutoFit/>
          </a:bodyPr>
          <a:lstStyle/>
          <a:p>
            <a:pPr algn="r">
              <a:lnSpc>
                <a:spcPct val="115000"/>
              </a:lnSpc>
              <a:spcAft>
                <a:spcPts val="0"/>
              </a:spcAft>
            </a:pPr>
            <a:r>
              <a:rPr sz="1400" b="0">
                <a:solidFill>
                  <a:srgbClr val="6B675C"/>
                </a:solidFill>
                <a:latin typeface="Arial"/>
              </a:rPr>
              <a:t>269219J  |  OCTOBER 2026</a:t>
            </a:r>
          </a:p>
        </p:txBody>
      </p:sp>
      <p:cxnSp>
        <p:nvCxnSpPr>
          <p:cNvPr id="5" name="Connector 4"/>
          <p:cNvCxnSpPr/>
          <p:nvPr/>
        </p:nvCxnSpPr>
        <p:spPr>
          <a:xfrm>
            <a:off x="0" y="1143000"/>
            <a:ext cx="18288000" cy="0"/>
          </a:xfrm>
          <a:prstGeom prst="line">
            <a:avLst/>
          </a:prstGeom>
          <a:ln w="9525">
            <a:solidFill>
              <a:srgbClr val="2F2F2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 y="9464040"/>
            <a:ext cx="16276319" cy="457200"/>
          </a:xfrm>
          <a:prstGeom prst="rect">
            <a:avLst/>
          </a:prstGeom>
          <a:noFill/>
        </p:spPr>
        <p:txBody>
          <a:bodyPr wrap="square" lIns="0" rIns="0" tIns="0" bIns="0" anchor="ctr">
            <a:spAutoFit/>
          </a:bodyPr>
          <a:lstStyle/>
          <a:p>
            <a:pPr algn="ctr">
              <a:lnSpc>
                <a:spcPct val="115000"/>
              </a:lnSpc>
              <a:spcAft>
                <a:spcPts val="0"/>
              </a:spcAft>
            </a:pPr>
            <a:r>
              <a:rPr sz="1600" b="0">
                <a:solidFill>
                  <a:srgbClr val="6B675C"/>
                </a:solidFill>
                <a:latin typeface="Arial"/>
              </a:rPr>
              <a:t>08</a:t>
            </a:r>
          </a:p>
        </p:txBody>
      </p:sp>
      <p:sp>
        <p:nvSpPr>
          <p:cNvPr id="7" name="TextBox 6"/>
          <p:cNvSpPr txBox="1"/>
          <p:nvPr/>
        </p:nvSpPr>
        <p:spPr>
          <a:xfrm>
            <a:off x="1005840" y="1417320"/>
            <a:ext cx="16276319" cy="868680"/>
          </a:xfrm>
          <a:prstGeom prst="rect">
            <a:avLst/>
          </a:prstGeom>
          <a:noFill/>
        </p:spPr>
        <p:txBody>
          <a:bodyPr wrap="square" lIns="0" rIns="0" tIns="0" bIns="0" anchor="ctr">
            <a:spAutoFit/>
          </a:bodyPr>
          <a:lstStyle/>
          <a:p>
            <a:pPr algn="l">
              <a:lnSpc>
                <a:spcPct val="115000"/>
              </a:lnSpc>
              <a:spcAft>
                <a:spcPts val="0"/>
              </a:spcAft>
            </a:pPr>
            <a:r>
              <a:rPr sz="5000" b="0">
                <a:solidFill>
                  <a:srgbClr val="596548"/>
                </a:solidFill>
                <a:latin typeface="Georgia"/>
              </a:rPr>
              <a:t>INTERPRETATION AND CONCLUSION</a:t>
            </a:r>
          </a:p>
        </p:txBody>
      </p:sp>
      <p:sp>
        <p:nvSpPr>
          <p:cNvPr id="8" name="TextBox 7"/>
          <p:cNvSpPr txBox="1"/>
          <p:nvPr/>
        </p:nvSpPr>
        <p:spPr>
          <a:xfrm>
            <a:off x="1005840" y="2286000"/>
            <a:ext cx="16276319" cy="548640"/>
          </a:xfrm>
          <a:prstGeom prst="rect">
            <a:avLst/>
          </a:prstGeom>
          <a:noFill/>
        </p:spPr>
        <p:txBody>
          <a:bodyPr wrap="square" lIns="0" rIns="0" tIns="0" bIns="0" anchor="ctr">
            <a:spAutoFit/>
          </a:bodyPr>
          <a:lstStyle/>
          <a:p>
            <a:pPr algn="l">
              <a:lnSpc>
                <a:spcPct val="115000"/>
              </a:lnSpc>
              <a:spcAft>
                <a:spcPts val="0"/>
              </a:spcAft>
            </a:pPr>
            <a:r>
              <a:rPr sz="2100" b="0">
                <a:solidFill>
                  <a:srgbClr val="2F2F2B"/>
                </a:solidFill>
                <a:latin typeface="Arial"/>
              </a:rPr>
              <a:t>Recent yields and irrigation drive the estimates, and a shock absent from the inputs cannot be anticipated</a:t>
            </a:r>
          </a:p>
        </p:txBody>
      </p:sp>
      <p:cxnSp>
        <p:nvCxnSpPr>
          <p:cNvPr id="9" name="Connector 8"/>
          <p:cNvCxnSpPr/>
          <p:nvPr/>
        </p:nvCxnSpPr>
        <p:spPr>
          <a:xfrm>
            <a:off x="1005840" y="2971800"/>
            <a:ext cx="16276320" cy="0"/>
          </a:xfrm>
          <a:prstGeom prst="line">
            <a:avLst/>
          </a:prstGeom>
          <a:ln w="15875">
            <a:solidFill>
              <a:srgbClr val="59654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05840" y="3246120"/>
            <a:ext cx="7818119" cy="320040"/>
          </a:xfrm>
          <a:prstGeom prst="rect">
            <a:avLst/>
          </a:prstGeom>
          <a:noFill/>
        </p:spPr>
        <p:txBody>
          <a:bodyPr wrap="square" lIns="0" rIns="0" tIns="0" bIns="0" anchor="t">
            <a:spAutoFit/>
          </a:bodyPr>
          <a:lstStyle/>
          <a:p>
            <a:pPr algn="l">
              <a:lnSpc>
                <a:spcPct val="115000"/>
              </a:lnSpc>
              <a:spcAft>
                <a:spcPts val="0"/>
              </a:spcAft>
            </a:pPr>
            <a:r>
              <a:rPr sz="1400" b="1">
                <a:solidFill>
                  <a:srgbClr val="596548"/>
                </a:solidFill>
                <a:latin typeface="Arial"/>
              </a:rPr>
              <a:t>SHAP, MEAN ABSOLUTE CONTRIBUTION ON THE TEST SEASONS (KG/HA)</a:t>
            </a:r>
          </a:p>
        </p:txBody>
      </p:sp>
      <p:pic>
        <p:nvPicPr>
          <p:cNvPr id="11" name="Picture 10" descr="shap_drivers.png"/>
          <p:cNvPicPr>
            <a:picLocks noChangeAspect="1"/>
          </p:cNvPicPr>
          <p:nvPr/>
        </p:nvPicPr>
        <p:blipFill>
          <a:blip r:embed="rId2"/>
          <a:stretch>
            <a:fillRect/>
          </a:stretch>
        </p:blipFill>
        <p:spPr>
          <a:xfrm>
            <a:off x="1451346" y="3657600"/>
            <a:ext cx="6927106" cy="3566160"/>
          </a:xfrm>
          <a:prstGeom prst="rect">
            <a:avLst/>
          </a:prstGeom>
        </p:spPr>
      </p:pic>
      <p:sp>
        <p:nvSpPr>
          <p:cNvPr id="12" name="TextBox 11"/>
          <p:cNvSpPr txBox="1"/>
          <p:nvPr/>
        </p:nvSpPr>
        <p:spPr>
          <a:xfrm>
            <a:off x="1005840" y="7360920"/>
            <a:ext cx="7818119" cy="1737360"/>
          </a:xfrm>
          <a:prstGeom prst="rect">
            <a:avLst/>
          </a:prstGeom>
          <a:noFill/>
        </p:spPr>
        <p:txBody>
          <a:bodyPr wrap="square" lIns="0" rIns="0" tIns="0" bIns="0" anchor="ctr">
            <a:spAutoFit/>
          </a:bodyPr>
          <a:lstStyle/>
          <a:p>
            <a:pPr algn="l">
              <a:lnSpc>
                <a:spcPct val="115000"/>
              </a:lnSpc>
              <a:spcAft>
                <a:spcPts val="0"/>
              </a:spcAft>
            </a:pPr>
            <a:r>
              <a:rPr sz="1500" b="0">
                <a:solidFill>
                  <a:srgbClr val="6B675C"/>
                </a:solidFill>
                <a:latin typeface="Arial"/>
              </a:rPr>
              <a:t>SHAP (17.1), with LIME (17.3) and the EBM's own curves agreeing. The 3-season average contributes 248 kg/ha, twice the next feature. These are attributions of the model, not causal effects.</a:t>
            </a:r>
          </a:p>
        </p:txBody>
      </p:sp>
      <p:sp>
        <p:nvSpPr>
          <p:cNvPr id="13" name="TextBox 12"/>
          <p:cNvSpPr txBox="1"/>
          <p:nvPr/>
        </p:nvSpPr>
        <p:spPr>
          <a:xfrm>
            <a:off x="9464039" y="3246120"/>
            <a:ext cx="7818119" cy="411480"/>
          </a:xfrm>
          <a:prstGeom prst="rect">
            <a:avLst/>
          </a:prstGeom>
          <a:noFill/>
        </p:spPr>
        <p:txBody>
          <a:bodyPr wrap="square" lIns="0" rIns="0" tIns="0" bIns="0" anchor="ctr">
            <a:spAutoFit/>
          </a:bodyPr>
          <a:lstStyle/>
          <a:p>
            <a:pPr algn="l">
              <a:lnSpc>
                <a:spcPct val="115000"/>
              </a:lnSpc>
              <a:spcAft>
                <a:spcPts val="0"/>
              </a:spcAft>
            </a:pPr>
            <a:r>
              <a:rPr sz="2000" b="0">
                <a:solidFill>
                  <a:srgbClr val="596548"/>
                </a:solidFill>
                <a:latin typeface="Georgia"/>
              </a:rPr>
              <a:t>STRENGTHS</a:t>
            </a:r>
          </a:p>
        </p:txBody>
      </p:sp>
      <p:cxnSp>
        <p:nvCxnSpPr>
          <p:cNvPr id="14" name="Connector 13"/>
          <p:cNvCxnSpPr/>
          <p:nvPr/>
        </p:nvCxnSpPr>
        <p:spPr>
          <a:xfrm>
            <a:off x="9464039" y="3703320"/>
            <a:ext cx="7818121" cy="0"/>
          </a:xfrm>
          <a:prstGeom prst="line">
            <a:avLst/>
          </a:prstGeom>
          <a:ln w="12700">
            <a:solidFill>
              <a:srgbClr val="59654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4039" y="3813048"/>
            <a:ext cx="7818119" cy="1600200"/>
          </a:xfrm>
          <a:prstGeom prst="rect">
            <a:avLst/>
          </a:prstGeom>
          <a:noFill/>
        </p:spPr>
        <p:txBody>
          <a:bodyPr wrap="square" lIns="0" rIns="0" tIns="0" bIns="0" anchor="t">
            <a:spAutoFit/>
          </a:bodyPr>
          <a:lstStyle/>
          <a:p>
            <a:pPr algn="l">
              <a:lnSpc>
                <a:spcPct val="110000"/>
              </a:lnSpc>
              <a:spcAft>
                <a:spcPts val="600"/>
              </a:spcAft>
            </a:pPr>
            <a:r>
              <a:rPr sz="1600" b="1">
                <a:solidFill>
                  <a:srgbClr val="596548"/>
                </a:solidFill>
                <a:latin typeface="Arial"/>
              </a:rPr>
              <a:t>—  </a:t>
            </a:r>
            <a:r>
              <a:rPr sz="1600" b="0">
                <a:solidFill>
                  <a:srgbClr val="2F2F2B"/>
                </a:solidFill>
                <a:latin typeface="Arial"/>
              </a:rPr>
              <a:t>87.6% accurate across 18 unseen seasons</a:t>
            </a:r>
          </a:p>
          <a:p>
            <a:pPr algn="l">
              <a:lnSpc>
                <a:spcPct val="110000"/>
              </a:lnSpc>
              <a:spcAft>
                <a:spcPts val="600"/>
              </a:spcAft>
            </a:pPr>
            <a:r>
              <a:rPr sz="1600" b="1">
                <a:solidFill>
                  <a:srgbClr val="596548"/>
                </a:solidFill>
                <a:latin typeface="Arial"/>
              </a:rPr>
              <a:t>—  </a:t>
            </a:r>
            <a:r>
              <a:rPr sz="1600" b="0">
                <a:solidFill>
                  <a:srgbClr val="2F2F2B"/>
                </a:solidFill>
                <a:latin typeface="Arial"/>
              </a:rPr>
              <a:t>National production within 5.8% on average outside the crisis</a:t>
            </a:r>
          </a:p>
          <a:p>
            <a:pPr algn="l">
              <a:lnSpc>
                <a:spcPct val="110000"/>
              </a:lnSpc>
              <a:spcAft>
                <a:spcPts val="600"/>
              </a:spcAft>
            </a:pPr>
            <a:r>
              <a:rPr sz="1600" b="1">
                <a:solidFill>
                  <a:srgbClr val="596548"/>
                </a:solidFill>
                <a:latin typeface="Arial"/>
              </a:rPr>
              <a:t>—  </a:t>
            </a:r>
            <a:r>
              <a:rPr sz="1600" b="0">
                <a:solidFill>
                  <a:srgbClr val="2F2F2B"/>
                </a:solidFill>
                <a:latin typeface="Arial"/>
              </a:rPr>
              <a:t>80% conformal range ± 545 kg/ha, 72% coverage on test</a:t>
            </a:r>
          </a:p>
        </p:txBody>
      </p:sp>
      <p:sp>
        <p:nvSpPr>
          <p:cNvPr id="16" name="TextBox 15"/>
          <p:cNvSpPr txBox="1"/>
          <p:nvPr/>
        </p:nvSpPr>
        <p:spPr>
          <a:xfrm>
            <a:off x="9464039" y="5532120"/>
            <a:ext cx="7818119" cy="411480"/>
          </a:xfrm>
          <a:prstGeom prst="rect">
            <a:avLst/>
          </a:prstGeom>
          <a:noFill/>
        </p:spPr>
        <p:txBody>
          <a:bodyPr wrap="square" lIns="0" rIns="0" tIns="0" bIns="0" anchor="ctr">
            <a:spAutoFit/>
          </a:bodyPr>
          <a:lstStyle/>
          <a:p>
            <a:pPr algn="l">
              <a:lnSpc>
                <a:spcPct val="115000"/>
              </a:lnSpc>
              <a:spcAft>
                <a:spcPts val="0"/>
              </a:spcAft>
            </a:pPr>
            <a:r>
              <a:rPr sz="2000" b="0">
                <a:solidFill>
                  <a:srgbClr val="A4532F"/>
                </a:solidFill>
                <a:latin typeface="Georgia"/>
              </a:rPr>
              <a:t>LIMITATIONS</a:t>
            </a:r>
          </a:p>
        </p:txBody>
      </p:sp>
      <p:cxnSp>
        <p:nvCxnSpPr>
          <p:cNvPr id="17" name="Connector 16"/>
          <p:cNvCxnSpPr/>
          <p:nvPr/>
        </p:nvCxnSpPr>
        <p:spPr>
          <a:xfrm>
            <a:off x="9464039" y="5989320"/>
            <a:ext cx="7818121" cy="0"/>
          </a:xfrm>
          <a:prstGeom prst="line">
            <a:avLst/>
          </a:prstGeom>
          <a:ln w="12700">
            <a:solidFill>
              <a:srgbClr val="A4532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464039" y="6099048"/>
            <a:ext cx="7818119" cy="1097280"/>
          </a:xfrm>
          <a:prstGeom prst="rect">
            <a:avLst/>
          </a:prstGeom>
          <a:noFill/>
        </p:spPr>
        <p:txBody>
          <a:bodyPr wrap="square" lIns="0" rIns="0" tIns="0" bIns="0" anchor="t">
            <a:spAutoFit/>
          </a:bodyPr>
          <a:lstStyle/>
          <a:p>
            <a:pPr algn="l">
              <a:lnSpc>
                <a:spcPct val="110000"/>
              </a:lnSpc>
              <a:spcAft>
                <a:spcPts val="600"/>
              </a:spcAft>
            </a:pPr>
            <a:r>
              <a:rPr sz="1600" b="1">
                <a:solidFill>
                  <a:srgbClr val="A4532F"/>
                </a:solidFill>
                <a:latin typeface="Arial"/>
              </a:rPr>
              <a:t>—  </a:t>
            </a:r>
            <a:r>
              <a:rPr sz="1600" b="0">
                <a:solidFill>
                  <a:srgbClr val="2F2F2B"/>
                </a:solidFill>
                <a:latin typeface="Arial"/>
              </a:rPr>
              <a:t>Missed the 2021/22 crash by about 1,500 kg/ha</a:t>
            </a:r>
          </a:p>
          <a:p>
            <a:pPr algn="l">
              <a:lnSpc>
                <a:spcPct val="110000"/>
              </a:lnSpc>
              <a:spcAft>
                <a:spcPts val="600"/>
              </a:spcAft>
            </a:pPr>
            <a:r>
              <a:rPr sz="1600" b="1">
                <a:solidFill>
                  <a:srgbClr val="A4532F"/>
                </a:solidFill>
                <a:latin typeface="Arial"/>
              </a:rPr>
              <a:t>—  </a:t>
            </a:r>
            <a:r>
              <a:rPr sz="1600" b="0">
                <a:solidFill>
                  <a:srgbClr val="2F2F2B"/>
                </a:solidFill>
                <a:latin typeface="Arial"/>
              </a:rPr>
              <a:t>Northern districts least accurate, 14 to 24% error</a:t>
            </a:r>
          </a:p>
        </p:txBody>
      </p:sp>
      <p:sp>
        <p:nvSpPr>
          <p:cNvPr id="19" name="TextBox 18"/>
          <p:cNvSpPr txBox="1"/>
          <p:nvPr/>
        </p:nvSpPr>
        <p:spPr>
          <a:xfrm>
            <a:off x="9464039" y="7315200"/>
            <a:ext cx="7818119" cy="411480"/>
          </a:xfrm>
          <a:prstGeom prst="rect">
            <a:avLst/>
          </a:prstGeom>
          <a:noFill/>
        </p:spPr>
        <p:txBody>
          <a:bodyPr wrap="square" lIns="0" rIns="0" tIns="0" bIns="0" anchor="ctr">
            <a:spAutoFit/>
          </a:bodyPr>
          <a:lstStyle/>
          <a:p>
            <a:pPr algn="l">
              <a:lnSpc>
                <a:spcPct val="115000"/>
              </a:lnSpc>
              <a:spcAft>
                <a:spcPts val="0"/>
              </a:spcAft>
            </a:pPr>
            <a:r>
              <a:rPr sz="2000" b="0">
                <a:solidFill>
                  <a:srgbClr val="596548"/>
                </a:solidFill>
                <a:latin typeface="Georgia"/>
              </a:rPr>
              <a:t>NEXT STEPS</a:t>
            </a:r>
          </a:p>
        </p:txBody>
      </p:sp>
      <p:cxnSp>
        <p:nvCxnSpPr>
          <p:cNvPr id="20" name="Connector 19"/>
          <p:cNvCxnSpPr/>
          <p:nvPr/>
        </p:nvCxnSpPr>
        <p:spPr>
          <a:xfrm>
            <a:off x="9464039" y="7772400"/>
            <a:ext cx="7818121" cy="0"/>
          </a:xfrm>
          <a:prstGeom prst="line">
            <a:avLst/>
          </a:prstGeom>
          <a:ln w="12700">
            <a:solidFill>
              <a:srgbClr val="59654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464039" y="7882127"/>
            <a:ext cx="7818119" cy="1097280"/>
          </a:xfrm>
          <a:prstGeom prst="rect">
            <a:avLst/>
          </a:prstGeom>
          <a:noFill/>
        </p:spPr>
        <p:txBody>
          <a:bodyPr wrap="square" lIns="0" rIns="0" tIns="0" bIns="0" anchor="t">
            <a:spAutoFit/>
          </a:bodyPr>
          <a:lstStyle/>
          <a:p>
            <a:pPr algn="l">
              <a:lnSpc>
                <a:spcPct val="110000"/>
              </a:lnSpc>
              <a:spcAft>
                <a:spcPts val="600"/>
              </a:spcAft>
            </a:pPr>
            <a:r>
              <a:rPr sz="1600" b="1">
                <a:solidFill>
                  <a:srgbClr val="596548"/>
                </a:solidFill>
                <a:latin typeface="Arial"/>
              </a:rPr>
              <a:t>—  </a:t>
            </a:r>
            <a:r>
              <a:rPr sz="1600" b="0">
                <a:solidFill>
                  <a:srgbClr val="2F2F2B"/>
                </a:solidFill>
                <a:latin typeface="Arial"/>
              </a:rPr>
              <a:t>District fertilizer distribution data</a:t>
            </a:r>
          </a:p>
          <a:p>
            <a:pPr algn="l">
              <a:lnSpc>
                <a:spcPct val="110000"/>
              </a:lnSpc>
              <a:spcAft>
                <a:spcPts val="600"/>
              </a:spcAft>
            </a:pPr>
            <a:r>
              <a:rPr sz="1600" b="1">
                <a:solidFill>
                  <a:srgbClr val="596548"/>
                </a:solidFill>
                <a:latin typeface="Arial"/>
              </a:rPr>
              <a:t>—  </a:t>
            </a:r>
            <a:r>
              <a:rPr sz="1600" b="0">
                <a:solidFill>
                  <a:srgbClr val="2F2F2B"/>
                </a:solidFill>
                <a:latin typeface="Arial"/>
              </a:rPr>
              <a:t>Seasonal drift monitoring, already automated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3E2"/>
        </a:solidFill>
        <a:effectLst/>
      </p:bgPr>
    </p:bg>
    <p:spTree>
      <p:nvGrpSpPr>
        <p:cNvPr id="1" name=""/>
        <p:cNvGrpSpPr/>
        <p:nvPr/>
      </p:nvGrpSpPr>
      <p:grpSpPr/>
      <p:sp>
        <p:nvSpPr>
          <p:cNvPr id="2" name="Rectangle 1"/>
          <p:cNvSpPr/>
          <p:nvPr/>
        </p:nvSpPr>
        <p:spPr>
          <a:xfrm>
            <a:off x="0" y="0"/>
            <a:ext cx="4818888" cy="182880"/>
          </a:xfrm>
          <a:prstGeom prst="rect">
            <a:avLst/>
          </a:prstGeom>
          <a:solidFill>
            <a:srgbClr val="C9D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411480"/>
            <a:ext cx="8229600" cy="548640"/>
          </a:xfrm>
          <a:prstGeom prst="rect">
            <a:avLst/>
          </a:prstGeom>
          <a:noFill/>
        </p:spPr>
        <p:txBody>
          <a:bodyPr wrap="square" lIns="0" rIns="0" tIns="0" bIns="0" anchor="ctr">
            <a:spAutoFit/>
          </a:bodyPr>
          <a:lstStyle/>
          <a:p>
            <a:pPr algn="l">
              <a:lnSpc>
                <a:spcPct val="115000"/>
              </a:lnSpc>
              <a:spcAft>
                <a:spcPts val="0"/>
              </a:spcAft>
            </a:pPr>
            <a:r>
              <a:rPr sz="1400" b="0">
                <a:solidFill>
                  <a:srgbClr val="6B675C"/>
                </a:solidFill>
                <a:latin typeface="Arial"/>
              </a:rPr>
              <a:t>SRI LANKA DISTRICT PADDY YIELD PREDICTION</a:t>
            </a:r>
          </a:p>
        </p:txBody>
      </p:sp>
      <p:sp>
        <p:nvSpPr>
          <p:cNvPr id="4" name="TextBox 3"/>
          <p:cNvSpPr txBox="1"/>
          <p:nvPr/>
        </p:nvSpPr>
        <p:spPr>
          <a:xfrm>
            <a:off x="9144000" y="411480"/>
            <a:ext cx="8138159" cy="548640"/>
          </a:xfrm>
          <a:prstGeom prst="rect">
            <a:avLst/>
          </a:prstGeom>
          <a:noFill/>
        </p:spPr>
        <p:txBody>
          <a:bodyPr wrap="square" lIns="0" rIns="0" tIns="0" bIns="0" anchor="ctr">
            <a:spAutoFit/>
          </a:bodyPr>
          <a:lstStyle/>
          <a:p>
            <a:pPr algn="r">
              <a:lnSpc>
                <a:spcPct val="115000"/>
              </a:lnSpc>
              <a:spcAft>
                <a:spcPts val="0"/>
              </a:spcAft>
            </a:pPr>
            <a:r>
              <a:rPr sz="1400" b="0">
                <a:solidFill>
                  <a:srgbClr val="6B675C"/>
                </a:solidFill>
                <a:latin typeface="Arial"/>
              </a:rPr>
              <a:t>WIJESINGHE W K A D U  |  269219J</a:t>
            </a:r>
          </a:p>
        </p:txBody>
      </p:sp>
      <p:cxnSp>
        <p:nvCxnSpPr>
          <p:cNvPr id="5" name="Connector 4"/>
          <p:cNvCxnSpPr/>
          <p:nvPr/>
        </p:nvCxnSpPr>
        <p:spPr>
          <a:xfrm>
            <a:off x="0" y="1143000"/>
            <a:ext cx="18288000" cy="0"/>
          </a:xfrm>
          <a:prstGeom prst="line">
            <a:avLst/>
          </a:prstGeom>
          <a:ln w="9525">
            <a:solidFill>
              <a:srgbClr val="2F2F2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 y="9464040"/>
            <a:ext cx="16276319" cy="457200"/>
          </a:xfrm>
          <a:prstGeom prst="rect">
            <a:avLst/>
          </a:prstGeom>
          <a:noFill/>
        </p:spPr>
        <p:txBody>
          <a:bodyPr wrap="square" lIns="0" rIns="0" tIns="0" bIns="0" anchor="ctr">
            <a:spAutoFit/>
          </a:bodyPr>
          <a:lstStyle/>
          <a:p>
            <a:pPr algn="ctr">
              <a:lnSpc>
                <a:spcPct val="115000"/>
              </a:lnSpc>
              <a:spcAft>
                <a:spcPts val="0"/>
              </a:spcAft>
            </a:pPr>
            <a:r>
              <a:rPr sz="1600" b="0">
                <a:solidFill>
                  <a:srgbClr val="6B675C"/>
                </a:solidFill>
                <a:latin typeface="Arial"/>
              </a:rPr>
              <a:t>09</a:t>
            </a:r>
          </a:p>
        </p:txBody>
      </p:sp>
      <p:sp>
        <p:nvSpPr>
          <p:cNvPr id="7" name="TextBox 6"/>
          <p:cNvSpPr txBox="1"/>
          <p:nvPr/>
        </p:nvSpPr>
        <p:spPr>
          <a:xfrm>
            <a:off x="1005840" y="1463040"/>
            <a:ext cx="16276319" cy="1371600"/>
          </a:xfrm>
          <a:prstGeom prst="rect">
            <a:avLst/>
          </a:prstGeom>
          <a:noFill/>
        </p:spPr>
        <p:txBody>
          <a:bodyPr wrap="square" lIns="0" rIns="0" tIns="0" bIns="0" anchor="ctr">
            <a:spAutoFit/>
          </a:bodyPr>
          <a:lstStyle/>
          <a:p>
            <a:pPr algn="l">
              <a:lnSpc>
                <a:spcPct val="115000"/>
              </a:lnSpc>
              <a:spcAft>
                <a:spcPts val="0"/>
              </a:spcAft>
            </a:pPr>
            <a:r>
              <a:rPr sz="8800" b="0">
                <a:solidFill>
                  <a:srgbClr val="596548"/>
                </a:solidFill>
                <a:latin typeface="Georgia"/>
              </a:rPr>
              <a:t>THANK YOU</a:t>
            </a:r>
          </a:p>
        </p:txBody>
      </p:sp>
      <p:sp>
        <p:nvSpPr>
          <p:cNvPr id="8" name="TextBox 7"/>
          <p:cNvSpPr txBox="1"/>
          <p:nvPr/>
        </p:nvSpPr>
        <p:spPr>
          <a:xfrm>
            <a:off x="1005840" y="2926080"/>
            <a:ext cx="16276319" cy="548640"/>
          </a:xfrm>
          <a:prstGeom prst="rect">
            <a:avLst/>
          </a:prstGeom>
          <a:noFill/>
        </p:spPr>
        <p:txBody>
          <a:bodyPr wrap="square" lIns="0" rIns="0" tIns="0" bIns="0" anchor="ctr">
            <a:spAutoFit/>
          </a:bodyPr>
          <a:lstStyle/>
          <a:p>
            <a:pPr algn="l">
              <a:lnSpc>
                <a:spcPct val="115000"/>
              </a:lnSpc>
              <a:spcAft>
                <a:spcPts val="0"/>
              </a:spcAft>
            </a:pPr>
            <a:r>
              <a:rPr sz="1900" b="0">
                <a:solidFill>
                  <a:srgbClr val="2F2F2B"/>
                </a:solidFill>
                <a:latin typeface="Arial"/>
              </a:rPr>
              <a:t>Deployed on Azure Container Apps, tested on every push with GitHub Actions and checked for drift every six hours</a:t>
            </a:r>
          </a:p>
        </p:txBody>
      </p:sp>
      <p:cxnSp>
        <p:nvCxnSpPr>
          <p:cNvPr id="9" name="Connector 8"/>
          <p:cNvCxnSpPr/>
          <p:nvPr/>
        </p:nvCxnSpPr>
        <p:spPr>
          <a:xfrm>
            <a:off x="1005840" y="3703320"/>
            <a:ext cx="16276320" cy="0"/>
          </a:xfrm>
          <a:prstGeom prst="line">
            <a:avLst/>
          </a:prstGeom>
          <a:ln w="15875">
            <a:solidFill>
              <a:srgbClr val="596548"/>
            </a:solidFill>
          </a:ln>
        </p:spPr>
        <p:style>
          <a:lnRef idx="2">
            <a:schemeClr val="accent1"/>
          </a:lnRef>
          <a:fillRef idx="0">
            <a:schemeClr val="accent1"/>
          </a:fillRef>
          <a:effectRef idx="1">
            <a:schemeClr val="accent1"/>
          </a:effectRef>
          <a:fontRef idx="minor">
            <a:schemeClr val="tx1"/>
          </a:fontRef>
        </p:style>
      </p:cxnSp>
      <p:pic>
        <p:nvPicPr>
          <p:cNvPr id="10" name="Picture 9" descr="qr6_0.png"/>
          <p:cNvPicPr>
            <a:picLocks noChangeAspect="1"/>
          </p:cNvPicPr>
          <p:nvPr/>
        </p:nvPicPr>
        <p:blipFill>
          <a:blip r:embed="rId2"/>
          <a:stretch>
            <a:fillRect/>
          </a:stretch>
        </p:blipFill>
        <p:spPr>
          <a:xfrm>
            <a:off x="2316480" y="4069080"/>
            <a:ext cx="2377440" cy="2377440"/>
          </a:xfrm>
          <a:prstGeom prst="rect">
            <a:avLst/>
          </a:prstGeom>
        </p:spPr>
      </p:pic>
      <p:sp>
        <p:nvSpPr>
          <p:cNvPr id="11" name="TextBox 10"/>
          <p:cNvSpPr txBox="1"/>
          <p:nvPr/>
        </p:nvSpPr>
        <p:spPr>
          <a:xfrm>
            <a:off x="1005840" y="6629400"/>
            <a:ext cx="4998719" cy="457200"/>
          </a:xfrm>
          <a:prstGeom prst="rect">
            <a:avLst/>
          </a:prstGeom>
          <a:noFill/>
        </p:spPr>
        <p:txBody>
          <a:bodyPr wrap="square" lIns="0" rIns="0" tIns="0" bIns="0" anchor="ctr">
            <a:spAutoFit/>
          </a:bodyPr>
          <a:lstStyle/>
          <a:p>
            <a:pPr algn="ctr">
              <a:lnSpc>
                <a:spcPct val="115000"/>
              </a:lnSpc>
              <a:spcAft>
                <a:spcPts val="0"/>
              </a:spcAft>
            </a:pPr>
            <a:r>
              <a:rPr sz="2100" b="1">
                <a:solidFill>
                  <a:srgbClr val="2F2F2B"/>
                </a:solidFill>
                <a:latin typeface="Georgia"/>
              </a:rPr>
              <a:t>Web application</a:t>
            </a:r>
          </a:p>
        </p:txBody>
      </p:sp>
      <p:sp>
        <p:nvSpPr>
          <p:cNvPr id="12" name="TextBox 11"/>
          <p:cNvSpPr txBox="1"/>
          <p:nvPr/>
        </p:nvSpPr>
        <p:spPr>
          <a:xfrm>
            <a:off x="1005840" y="7132320"/>
            <a:ext cx="4998719" cy="822960"/>
          </a:xfrm>
          <a:prstGeom prst="rect">
            <a:avLst/>
          </a:prstGeom>
          <a:noFill/>
        </p:spPr>
        <p:txBody>
          <a:bodyPr wrap="square" lIns="0" rIns="0" tIns="0" bIns="0" anchor="t">
            <a:spAutoFit/>
          </a:bodyPr>
          <a:lstStyle/>
          <a:p>
            <a:pPr algn="ctr">
              <a:lnSpc>
                <a:spcPct val="110000"/>
              </a:lnSpc>
              <a:spcAft>
                <a:spcPts val="0"/>
              </a:spcAft>
            </a:pPr>
            <a:r>
              <a:rPr sz="1300" b="0">
                <a:solidFill>
                  <a:srgbClr val="596548"/>
                </a:solidFill>
                <a:latin typeface="Arial"/>
                <a:hlinkClick r:id="rId3"/>
              </a:rPr>
              <a:t>paddy-yield-app.grayflower-d27356cf.malaysiawest.azurecontainerapps.io</a:t>
            </a:r>
          </a:p>
        </p:txBody>
      </p:sp>
      <p:pic>
        <p:nvPicPr>
          <p:cNvPr id="13" name="Picture 12" descr="qr6_1.png"/>
          <p:cNvPicPr>
            <a:picLocks noChangeAspect="1"/>
          </p:cNvPicPr>
          <p:nvPr/>
        </p:nvPicPr>
        <p:blipFill>
          <a:blip r:embed="rId4"/>
          <a:stretch>
            <a:fillRect/>
          </a:stretch>
        </p:blipFill>
        <p:spPr>
          <a:xfrm>
            <a:off x="7955279" y="4069080"/>
            <a:ext cx="2377440" cy="2377440"/>
          </a:xfrm>
          <a:prstGeom prst="rect">
            <a:avLst/>
          </a:prstGeom>
        </p:spPr>
      </p:pic>
      <p:sp>
        <p:nvSpPr>
          <p:cNvPr id="14" name="TextBox 13"/>
          <p:cNvSpPr txBox="1"/>
          <p:nvPr/>
        </p:nvSpPr>
        <p:spPr>
          <a:xfrm>
            <a:off x="6644639" y="6629400"/>
            <a:ext cx="4998719" cy="457200"/>
          </a:xfrm>
          <a:prstGeom prst="rect">
            <a:avLst/>
          </a:prstGeom>
          <a:noFill/>
        </p:spPr>
        <p:txBody>
          <a:bodyPr wrap="square" lIns="0" rIns="0" tIns="0" bIns="0" anchor="ctr">
            <a:spAutoFit/>
          </a:bodyPr>
          <a:lstStyle/>
          <a:p>
            <a:pPr algn="ctr">
              <a:lnSpc>
                <a:spcPct val="115000"/>
              </a:lnSpc>
              <a:spcAft>
                <a:spcPts val="0"/>
              </a:spcAft>
            </a:pPr>
            <a:r>
              <a:rPr sz="2100" b="1">
                <a:solidFill>
                  <a:srgbClr val="2F2F2B"/>
                </a:solidFill>
                <a:latin typeface="Georgia"/>
              </a:rPr>
              <a:t>Prediction API</a:t>
            </a:r>
          </a:p>
        </p:txBody>
      </p:sp>
      <p:sp>
        <p:nvSpPr>
          <p:cNvPr id="15" name="TextBox 14"/>
          <p:cNvSpPr txBox="1"/>
          <p:nvPr/>
        </p:nvSpPr>
        <p:spPr>
          <a:xfrm>
            <a:off x="6644639" y="7132320"/>
            <a:ext cx="4998719" cy="822960"/>
          </a:xfrm>
          <a:prstGeom prst="rect">
            <a:avLst/>
          </a:prstGeom>
          <a:noFill/>
        </p:spPr>
        <p:txBody>
          <a:bodyPr wrap="square" lIns="0" rIns="0" tIns="0" bIns="0" anchor="t">
            <a:spAutoFit/>
          </a:bodyPr>
          <a:lstStyle/>
          <a:p>
            <a:pPr algn="ctr">
              <a:lnSpc>
                <a:spcPct val="110000"/>
              </a:lnSpc>
              <a:spcAft>
                <a:spcPts val="0"/>
              </a:spcAft>
            </a:pPr>
            <a:r>
              <a:rPr sz="1300" b="0">
                <a:solidFill>
                  <a:srgbClr val="596548"/>
                </a:solidFill>
                <a:latin typeface="Arial"/>
                <a:hlinkClick r:id="rId5"/>
              </a:rPr>
              <a:t>paddy-yield-api.grayflower-d27356cf.malaysiawest.azurecontainerapps.io/docs</a:t>
            </a:r>
          </a:p>
        </p:txBody>
      </p:sp>
      <p:pic>
        <p:nvPicPr>
          <p:cNvPr id="16" name="Picture 15" descr="qr6_2.png"/>
          <p:cNvPicPr>
            <a:picLocks noChangeAspect="1"/>
          </p:cNvPicPr>
          <p:nvPr/>
        </p:nvPicPr>
        <p:blipFill>
          <a:blip r:embed="rId6"/>
          <a:stretch>
            <a:fillRect/>
          </a:stretch>
        </p:blipFill>
        <p:spPr>
          <a:xfrm>
            <a:off x="13594079" y="4069080"/>
            <a:ext cx="2377440" cy="2377440"/>
          </a:xfrm>
          <a:prstGeom prst="rect">
            <a:avLst/>
          </a:prstGeom>
        </p:spPr>
      </p:pic>
      <p:sp>
        <p:nvSpPr>
          <p:cNvPr id="17" name="TextBox 16"/>
          <p:cNvSpPr txBox="1"/>
          <p:nvPr/>
        </p:nvSpPr>
        <p:spPr>
          <a:xfrm>
            <a:off x="12283439" y="6629400"/>
            <a:ext cx="4998719" cy="457200"/>
          </a:xfrm>
          <a:prstGeom prst="rect">
            <a:avLst/>
          </a:prstGeom>
          <a:noFill/>
        </p:spPr>
        <p:txBody>
          <a:bodyPr wrap="square" lIns="0" rIns="0" tIns="0" bIns="0" anchor="ctr">
            <a:spAutoFit/>
          </a:bodyPr>
          <a:lstStyle/>
          <a:p>
            <a:pPr algn="ctr">
              <a:lnSpc>
                <a:spcPct val="115000"/>
              </a:lnSpc>
              <a:spcAft>
                <a:spcPts val="0"/>
              </a:spcAft>
            </a:pPr>
            <a:r>
              <a:rPr sz="2100" b="1">
                <a:solidFill>
                  <a:srgbClr val="2F2F2B"/>
                </a:solidFill>
                <a:latin typeface="Georgia"/>
              </a:rPr>
              <a:t>Source code</a:t>
            </a:r>
          </a:p>
        </p:txBody>
      </p:sp>
      <p:sp>
        <p:nvSpPr>
          <p:cNvPr id="18" name="TextBox 17"/>
          <p:cNvSpPr txBox="1"/>
          <p:nvPr/>
        </p:nvSpPr>
        <p:spPr>
          <a:xfrm>
            <a:off x="12283439" y="7132320"/>
            <a:ext cx="4998719" cy="822960"/>
          </a:xfrm>
          <a:prstGeom prst="rect">
            <a:avLst/>
          </a:prstGeom>
          <a:noFill/>
        </p:spPr>
        <p:txBody>
          <a:bodyPr wrap="square" lIns="0" rIns="0" tIns="0" bIns="0" anchor="t">
            <a:spAutoFit/>
          </a:bodyPr>
          <a:lstStyle/>
          <a:p>
            <a:pPr algn="ctr">
              <a:lnSpc>
                <a:spcPct val="110000"/>
              </a:lnSpc>
              <a:spcAft>
                <a:spcPts val="0"/>
              </a:spcAft>
            </a:pPr>
            <a:r>
              <a:rPr sz="1300" b="0">
                <a:solidFill>
                  <a:srgbClr val="596548"/>
                </a:solidFill>
                <a:latin typeface="Arial"/>
                <a:hlinkClick r:id="rId7"/>
              </a:rPr>
              <a:t>github.com/Uthpalagit/paddy-yield-prediction-269219J</a:t>
            </a:r>
          </a:p>
        </p:txBody>
      </p:sp>
      <p:sp>
        <p:nvSpPr>
          <p:cNvPr id="19" name="TextBox 18"/>
          <p:cNvSpPr txBox="1"/>
          <p:nvPr/>
        </p:nvSpPr>
        <p:spPr>
          <a:xfrm>
            <a:off x="1005840" y="8092440"/>
            <a:ext cx="16276319" cy="411480"/>
          </a:xfrm>
          <a:prstGeom prst="rect">
            <a:avLst/>
          </a:prstGeom>
          <a:noFill/>
        </p:spPr>
        <p:txBody>
          <a:bodyPr wrap="square" lIns="0" rIns="0" tIns="0" bIns="0" anchor="ctr">
            <a:spAutoFit/>
          </a:bodyPr>
          <a:lstStyle/>
          <a:p>
            <a:pPr algn="ctr">
              <a:lnSpc>
                <a:spcPct val="115000"/>
              </a:lnSpc>
              <a:spcAft>
                <a:spcPts val="0"/>
              </a:spcAft>
            </a:pPr>
            <a:r>
              <a:rPr sz="1400" b="1">
                <a:solidFill>
                  <a:srgbClr val="2F2F2B"/>
                </a:solidFill>
                <a:latin typeface="Arial"/>
              </a:rPr>
              <a:t>Backup copy on Streamlit Community Cloud   </a:t>
            </a:r>
            <a:r>
              <a:rPr sz="1400" b="0">
                <a:solidFill>
                  <a:srgbClr val="596548"/>
                </a:solidFill>
                <a:latin typeface="Arial"/>
                <a:hlinkClick r:id="rId8"/>
              </a:rPr>
              <a:t>paddy-yield-prediction-269219j-2wfd9iajbb7ebf2jpuzzgb.streamlit.app</a:t>
            </a:r>
          </a:p>
        </p:txBody>
      </p:sp>
      <p:sp>
        <p:nvSpPr>
          <p:cNvPr id="20" name="TextBox 19"/>
          <p:cNvSpPr txBox="1"/>
          <p:nvPr/>
        </p:nvSpPr>
        <p:spPr>
          <a:xfrm>
            <a:off x="1005840" y="8732520"/>
            <a:ext cx="16276319" cy="365760"/>
          </a:xfrm>
          <a:prstGeom prst="rect">
            <a:avLst/>
          </a:prstGeom>
          <a:noFill/>
        </p:spPr>
        <p:txBody>
          <a:bodyPr wrap="square" lIns="0" rIns="0" tIns="0" bIns="0" anchor="t">
            <a:spAutoFit/>
          </a:bodyPr>
          <a:lstStyle/>
          <a:p>
            <a:pPr algn="ctr">
              <a:lnSpc>
                <a:spcPct val="115000"/>
              </a:lnSpc>
              <a:spcAft>
                <a:spcPts val="0"/>
              </a:spcAft>
            </a:pPr>
            <a:r>
              <a:rPr sz="1100" b="0">
                <a:solidFill>
                  <a:srgbClr val="6B675C"/>
                </a:solidFill>
                <a:latin typeface="Arial"/>
              </a:rPr>
              <a:t>Slide design adapted from the SlidesCarnival template Minimalist Marketing Annual Report, CC BY 4.0</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imalist Marketing Annual Report Presentation">
  <a:themeElements>
    <a:clrScheme name="Office">
      <a:dk1>
        <a:srgbClr val="596548"/>
      </a:dk1>
      <a:lt1>
        <a:srgbClr val="F8F3E2"/>
      </a:lt1>
      <a:dk2>
        <a:srgbClr val="333333"/>
      </a:dk2>
      <a:lt2>
        <a:srgbClr val="333333"/>
      </a:lt2>
      <a:accent1>
        <a:srgbClr val="BFCDAC"/>
      </a:accent1>
      <a:accent2>
        <a:srgbClr val="F6F4F1"/>
      </a:accent2>
      <a:accent3>
        <a:srgbClr val="596548"/>
      </a:accent3>
      <a:accent4>
        <a:srgbClr val="333333"/>
      </a:accent4>
      <a:accent5>
        <a:srgbClr val="F8F3E2"/>
      </a:accent5>
      <a:accent6>
        <a:srgbClr val="596548"/>
      </a:accent6>
      <a:hlink>
        <a:srgbClr val="BFCDAC"/>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