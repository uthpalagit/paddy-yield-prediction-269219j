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15"/>
    <p:sldId id="257" r:id="rId16"/>
    <p:sldId id="258" r:id="rId17"/>
    <p:sldId id="259" r:id="rId18"/>
    <p:sldId id="260" r:id="rId19"/>
    <p:sldId id="261" r:id="rId20"/>
    <p:sldId id="262" r:id="rId21"/>
    <p:sldId id="263" r:id="rId22"/>
    <p:sldId id="264" r:id="rId23"/>
    <p:sldId id="265" r:id="rId24"/>
    <p:sldId id="266" r:id="rId25"/>
  </p:sldIdLst>
  <p:sldSz cy="10287000" cx="18288000"/>
  <p:notesSz cx="6858000" cy="9144000"/>
  <p:embeddedFontLst>
    <p:embeddedFont>
      <p:font typeface="Playfair Display"/>
      <p:regular r:id="rId26"/>
      <p:bold r:id="rId27"/>
      <p:italic r:id="rId28"/>
      <p:boldItalic r:id="rId29"/>
    </p:embeddedFont>
    <p:embeddedFont>
      <p:font typeface="Six Caps"/>
      <p:regular r:id="rId30"/>
    </p:embeddedFont>
    <p:embeddedFont>
      <p:font typeface="Playfair Display SemiBold"/>
      <p:regular r:id="rId31"/>
      <p:bold r:id="rId32"/>
      <p:italic r:id="rId33"/>
      <p:boldItalic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font" Target="fonts/PlayfairDisplay-regular.fntdata"/><Relationship Id="rId27" Type="http://schemas.openxmlformats.org/officeDocument/2006/relationships/font" Target="fonts/PlayfairDisplay-bold.fntdata"/><Relationship Id="rId28" Type="http://schemas.openxmlformats.org/officeDocument/2006/relationships/font" Target="fonts/PlayfairDisplay-italic.fntdata"/><Relationship Id="rId29" Type="http://schemas.openxmlformats.org/officeDocument/2006/relationships/font" Target="fonts/PlayfairDisplay-boldItalic.fntdata"/><Relationship Id="rId30" Type="http://schemas.openxmlformats.org/officeDocument/2006/relationships/font" Target="fonts/SixCaps-regular.fntdata"/><Relationship Id="rId31" Type="http://schemas.openxmlformats.org/officeDocument/2006/relationships/font" Target="fonts/PlayfairDisplaySemiBold-regular.fntdata"/><Relationship Id="rId32" Type="http://schemas.openxmlformats.org/officeDocument/2006/relationships/font" Target="fonts/PlayfairDisplaySemiBold-bold.fntdata"/><Relationship Id="rId33" Type="http://schemas.openxmlformats.org/officeDocument/2006/relationships/font" Target="fonts/PlayfairDisplaySemiBold-italic.fntdata"/><Relationship Id="rId34" Type="http://schemas.openxmlformats.org/officeDocument/2006/relationships/font" Target="fonts/PlayfairDisplaySemiBold-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
  <p:cSld name="CUSTOM_5">
    <p:spTree>
      <p:nvGrpSpPr>
        <p:cNvPr id="15" name="Shape 15"/>
        <p:cNvGrpSpPr/>
        <p:nvPr/>
      </p:nvGrpSpPr>
      <p:grpSpPr>
        <a:xfrm>
          <a:off x="0" y="0"/>
          <a:ext cx="0" cy="0"/>
          <a:chOff x="0" y="0"/>
          <a:chExt cx="0" cy="0"/>
        </a:xfrm>
      </p:grpSpPr>
      <p:grpSp>
        <p:nvGrpSpPr>
          <p:cNvPr id="16" name="Google Shape;16;p3"/>
          <p:cNvGrpSpPr/>
          <p:nvPr/>
        </p:nvGrpSpPr>
        <p:grpSpPr>
          <a:xfrm>
            <a:off x="1005530" y="3504211"/>
            <a:ext cx="7472299" cy="4865241"/>
            <a:chOff x="0" y="-38100"/>
            <a:chExt cx="1968000" cy="1281372"/>
          </a:xfrm>
        </p:grpSpPr>
        <p:sp>
          <p:nvSpPr>
            <p:cNvPr id="17" name="Google Shape;17;p3"/>
            <p:cNvSpPr/>
            <p:nvPr/>
          </p:nvSpPr>
          <p:spPr>
            <a:xfrm>
              <a:off x="0" y="0"/>
              <a:ext cx="1967958" cy="1243272"/>
            </a:xfrm>
            <a:custGeom>
              <a:rect b="b" l="l" r="r" t="t"/>
              <a:pathLst>
                <a:path extrusionOk="0" h="1243272" w="1967958">
                  <a:moveTo>
                    <a:pt x="0" y="0"/>
                  </a:moveTo>
                  <a:lnTo>
                    <a:pt x="1967958" y="0"/>
                  </a:lnTo>
                  <a:lnTo>
                    <a:pt x="1967958" y="1243272"/>
                  </a:lnTo>
                  <a:lnTo>
                    <a:pt x="0" y="1243272"/>
                  </a:lnTo>
                  <a:close/>
                </a:path>
              </a:pathLst>
            </a:custGeom>
            <a:solidFill>
              <a:srgbClr val="000000">
                <a:alpha val="0"/>
              </a:srgbClr>
            </a:solidFill>
            <a:ln cap="sq" cmpd="sng" w="19050">
              <a:solidFill>
                <a:srgbClr val="333333"/>
              </a:solidFill>
              <a:prstDash val="solid"/>
              <a:miter lim="8000"/>
              <a:headEnd len="sm" w="sm" type="none"/>
              <a:tailEnd len="sm" w="sm" type="none"/>
            </a:ln>
          </p:spPr>
        </p:sp>
        <p:sp>
          <p:nvSpPr>
            <p:cNvPr id="18" name="Google Shape;18;p3"/>
            <p:cNvSpPr txBox="1"/>
            <p:nvPr/>
          </p:nvSpPr>
          <p:spPr>
            <a:xfrm>
              <a:off x="0" y="-38100"/>
              <a:ext cx="1968000" cy="1281300"/>
            </a:xfrm>
            <a:prstGeom prst="rect">
              <a:avLst/>
            </a:prstGeom>
            <a:noFill/>
            <a:ln>
              <a:noFill/>
            </a:ln>
          </p:spPr>
          <p:txBody>
            <a:bodyPr anchorCtr="0" anchor="ctr" bIns="50800" lIns="50800" spcFirstLastPara="1" rIns="50800" wrap="square" tIns="50800">
              <a:noAutofit/>
            </a:bodyPr>
            <a:lstStyle/>
            <a:p>
              <a:pPr indent="0" lvl="0" marL="0" marR="0" rtl="0" algn="ctr">
                <a:lnSpc>
                  <a:spcPct val="163333"/>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9" name="Google Shape;19;p3"/>
          <p:cNvGrpSpPr/>
          <p:nvPr/>
        </p:nvGrpSpPr>
        <p:grpSpPr>
          <a:xfrm>
            <a:off x="9787211" y="3504211"/>
            <a:ext cx="7472299" cy="4865241"/>
            <a:chOff x="0" y="-38100"/>
            <a:chExt cx="1968000" cy="1281372"/>
          </a:xfrm>
        </p:grpSpPr>
        <p:sp>
          <p:nvSpPr>
            <p:cNvPr id="20" name="Google Shape;20;p3"/>
            <p:cNvSpPr/>
            <p:nvPr/>
          </p:nvSpPr>
          <p:spPr>
            <a:xfrm>
              <a:off x="0" y="0"/>
              <a:ext cx="1967958" cy="1243272"/>
            </a:xfrm>
            <a:custGeom>
              <a:rect b="b" l="l" r="r" t="t"/>
              <a:pathLst>
                <a:path extrusionOk="0" h="1243272" w="1967958">
                  <a:moveTo>
                    <a:pt x="0" y="0"/>
                  </a:moveTo>
                  <a:lnTo>
                    <a:pt x="1967958" y="0"/>
                  </a:lnTo>
                  <a:lnTo>
                    <a:pt x="1967958" y="1243272"/>
                  </a:lnTo>
                  <a:lnTo>
                    <a:pt x="0" y="1243272"/>
                  </a:lnTo>
                  <a:close/>
                </a:path>
              </a:pathLst>
            </a:custGeom>
            <a:solidFill>
              <a:srgbClr val="000000">
                <a:alpha val="0"/>
              </a:srgbClr>
            </a:solidFill>
            <a:ln cap="sq" cmpd="sng" w="19050">
              <a:solidFill>
                <a:srgbClr val="333333"/>
              </a:solidFill>
              <a:prstDash val="solid"/>
              <a:miter lim="8000"/>
              <a:headEnd len="sm" w="sm" type="none"/>
              <a:tailEnd len="sm" w="sm" type="none"/>
            </a:ln>
          </p:spPr>
        </p:sp>
        <p:sp>
          <p:nvSpPr>
            <p:cNvPr id="21" name="Google Shape;21;p3"/>
            <p:cNvSpPr txBox="1"/>
            <p:nvPr/>
          </p:nvSpPr>
          <p:spPr>
            <a:xfrm>
              <a:off x="0" y="-38100"/>
              <a:ext cx="1968000" cy="1281300"/>
            </a:xfrm>
            <a:prstGeom prst="rect">
              <a:avLst/>
            </a:prstGeom>
            <a:noFill/>
            <a:ln>
              <a:noFill/>
            </a:ln>
          </p:spPr>
          <p:txBody>
            <a:bodyPr anchorCtr="0" anchor="ctr" bIns="50800" lIns="50800" spcFirstLastPara="1" rIns="50800" wrap="square" tIns="50800">
              <a:noAutofit/>
            </a:bodyPr>
            <a:lstStyle/>
            <a:p>
              <a:pPr indent="0" lvl="0" marL="0" marR="0" rtl="0" algn="ctr">
                <a:lnSpc>
                  <a:spcPct val="163333"/>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2" name="Google Shape;22;p3"/>
          <p:cNvSpPr/>
          <p:nvPr>
            <p:ph idx="2" type="pic"/>
          </p:nvPr>
        </p:nvSpPr>
        <p:spPr>
          <a:xfrm>
            <a:off x="1313650" y="4160025"/>
            <a:ext cx="2786400" cy="3731400"/>
          </a:xfrm>
          <a:prstGeom prst="rect">
            <a:avLst/>
          </a:prstGeom>
          <a:noFill/>
          <a:ln>
            <a:noFill/>
          </a:ln>
        </p:spPr>
      </p:sp>
      <p:sp>
        <p:nvSpPr>
          <p:cNvPr id="23" name="Google Shape;23;p3"/>
          <p:cNvSpPr/>
          <p:nvPr>
            <p:ph idx="3" type="pic"/>
          </p:nvPr>
        </p:nvSpPr>
        <p:spPr>
          <a:xfrm>
            <a:off x="10237575" y="4138850"/>
            <a:ext cx="2786400" cy="3723300"/>
          </a:xfrm>
          <a:prstGeom prst="rect">
            <a:avLst/>
          </a:prstGeom>
          <a:noFill/>
          <a:ln>
            <a:noFill/>
          </a:ln>
        </p:spPr>
      </p:sp>
      <p:grpSp>
        <p:nvGrpSpPr>
          <p:cNvPr id="24" name="Google Shape;24;p3"/>
          <p:cNvGrpSpPr/>
          <p:nvPr/>
        </p:nvGrpSpPr>
        <p:grpSpPr>
          <a:xfrm>
            <a:off x="0" y="8851549"/>
            <a:ext cx="18288118" cy="668843"/>
            <a:chOff x="0" y="-38100"/>
            <a:chExt cx="4816592" cy="176155"/>
          </a:xfrm>
        </p:grpSpPr>
        <p:sp>
          <p:nvSpPr>
            <p:cNvPr id="25" name="Google Shape;25;p3"/>
            <p:cNvSpPr/>
            <p:nvPr/>
          </p:nvSpPr>
          <p:spPr>
            <a:xfrm>
              <a:off x="0" y="0"/>
              <a:ext cx="4816592" cy="138055"/>
            </a:xfrm>
            <a:custGeom>
              <a:rect b="b" l="l" r="r" t="t"/>
              <a:pathLst>
                <a:path extrusionOk="0" h="138055" w="4816592">
                  <a:moveTo>
                    <a:pt x="0" y="0"/>
                  </a:moveTo>
                  <a:lnTo>
                    <a:pt x="4816592" y="0"/>
                  </a:lnTo>
                  <a:lnTo>
                    <a:pt x="4816592" y="138055"/>
                  </a:lnTo>
                  <a:lnTo>
                    <a:pt x="0" y="138055"/>
                  </a:lnTo>
                  <a:close/>
                </a:path>
              </a:pathLst>
            </a:custGeom>
            <a:solidFill>
              <a:srgbClr val="333333"/>
            </a:solidFill>
            <a:ln>
              <a:noFill/>
            </a:ln>
          </p:spPr>
        </p:sp>
        <p:sp>
          <p:nvSpPr>
            <p:cNvPr id="26" name="Google Shape;26;p3"/>
            <p:cNvSpPr txBox="1"/>
            <p:nvPr/>
          </p:nvSpPr>
          <p:spPr>
            <a:xfrm>
              <a:off x="0" y="-38100"/>
              <a:ext cx="4816500" cy="1761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7" name="Google Shape;27;p3"/>
          <p:cNvGrpSpPr/>
          <p:nvPr/>
        </p:nvGrpSpPr>
        <p:grpSpPr>
          <a:xfrm>
            <a:off x="8477618" y="8874014"/>
            <a:ext cx="1351552" cy="768424"/>
            <a:chOff x="0" y="0"/>
            <a:chExt cx="11928966" cy="6782210"/>
          </a:xfrm>
        </p:grpSpPr>
        <p:sp>
          <p:nvSpPr>
            <p:cNvPr id="28" name="Google Shape;28;p3"/>
            <p:cNvSpPr/>
            <p:nvPr/>
          </p:nvSpPr>
          <p:spPr>
            <a:xfrm>
              <a:off x="6350" y="6350"/>
              <a:ext cx="11916266" cy="6769510"/>
            </a:xfrm>
            <a:custGeom>
              <a:rect b="b" l="l" r="r" t="t"/>
              <a:pathLst>
                <a:path extrusionOk="0" h="6769510" w="11916266">
                  <a:moveTo>
                    <a:pt x="0" y="0"/>
                  </a:moveTo>
                  <a:lnTo>
                    <a:pt x="11916266" y="0"/>
                  </a:lnTo>
                  <a:lnTo>
                    <a:pt x="11916266" y="6769510"/>
                  </a:lnTo>
                  <a:lnTo>
                    <a:pt x="0" y="6769510"/>
                  </a:lnTo>
                  <a:close/>
                </a:path>
              </a:pathLst>
            </a:custGeom>
            <a:solidFill>
              <a:srgbClr val="333333"/>
            </a:solidFill>
            <a:ln>
              <a:noFill/>
            </a:ln>
          </p:spPr>
        </p:sp>
        <p:sp>
          <p:nvSpPr>
            <p:cNvPr id="29" name="Google Shape;29;p3"/>
            <p:cNvSpPr/>
            <p:nvPr/>
          </p:nvSpPr>
          <p:spPr>
            <a:xfrm>
              <a:off x="0" y="0"/>
              <a:ext cx="11928966" cy="6782210"/>
            </a:xfrm>
            <a:custGeom>
              <a:rect b="b" l="l" r="r" t="t"/>
              <a:pathLst>
                <a:path extrusionOk="0" h="6782210" w="11928966">
                  <a:moveTo>
                    <a:pt x="6350" y="6782210"/>
                  </a:moveTo>
                  <a:lnTo>
                    <a:pt x="0" y="6782210"/>
                  </a:lnTo>
                  <a:lnTo>
                    <a:pt x="0" y="0"/>
                  </a:lnTo>
                  <a:lnTo>
                    <a:pt x="11928966" y="0"/>
                  </a:lnTo>
                  <a:lnTo>
                    <a:pt x="11928966" y="6782210"/>
                  </a:lnTo>
                  <a:lnTo>
                    <a:pt x="6350" y="6782210"/>
                  </a:lnTo>
                  <a:close/>
                  <a:moveTo>
                    <a:pt x="12700" y="12700"/>
                  </a:moveTo>
                  <a:lnTo>
                    <a:pt x="12700" y="6769510"/>
                  </a:lnTo>
                  <a:lnTo>
                    <a:pt x="11916266" y="6769510"/>
                  </a:lnTo>
                  <a:lnTo>
                    <a:pt x="11916266" y="12700"/>
                  </a:lnTo>
                  <a:lnTo>
                    <a:pt x="12700" y="12700"/>
                  </a:lnTo>
                  <a:close/>
                </a:path>
              </a:pathLst>
            </a:custGeom>
            <a:solidFill>
              <a:srgbClr val="F8F3E2"/>
            </a:solidFill>
            <a:ln>
              <a:noFill/>
            </a:ln>
          </p:spPr>
        </p:sp>
        <p:sp>
          <p:nvSpPr>
            <p:cNvPr id="30" name="Google Shape;30;p3"/>
            <p:cNvSpPr/>
            <p:nvPr/>
          </p:nvSpPr>
          <p:spPr>
            <a:xfrm>
              <a:off x="139700" y="140970"/>
              <a:ext cx="11648296" cy="6501540"/>
            </a:xfrm>
            <a:custGeom>
              <a:rect b="b" l="l" r="r" t="t"/>
              <a:pathLst>
                <a:path extrusionOk="0" h="6501540" w="11648296">
                  <a:moveTo>
                    <a:pt x="0" y="0"/>
                  </a:moveTo>
                  <a:lnTo>
                    <a:pt x="11648296" y="0"/>
                  </a:lnTo>
                  <a:lnTo>
                    <a:pt x="11648296" y="6501540"/>
                  </a:lnTo>
                  <a:lnTo>
                    <a:pt x="0" y="6501540"/>
                  </a:lnTo>
                  <a:close/>
                </a:path>
              </a:pathLst>
            </a:custGeom>
            <a:solidFill>
              <a:srgbClr val="F8F3E2"/>
            </a:solidFill>
            <a:ln>
              <a:noFill/>
            </a:ln>
          </p:spPr>
        </p:sp>
      </p:grpSp>
      <p:grpSp>
        <p:nvGrpSpPr>
          <p:cNvPr id="31" name="Google Shape;31;p3"/>
          <p:cNvGrpSpPr/>
          <p:nvPr/>
        </p:nvGrpSpPr>
        <p:grpSpPr>
          <a:xfrm>
            <a:off x="-9525" y="500452"/>
            <a:ext cx="18288118" cy="866149"/>
            <a:chOff x="0" y="-47625"/>
            <a:chExt cx="4816592" cy="228120"/>
          </a:xfrm>
        </p:grpSpPr>
        <p:sp>
          <p:nvSpPr>
            <p:cNvPr id="32" name="Google Shape;32;p3"/>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BFCDAC"/>
            </a:solidFill>
            <a:ln>
              <a:noFill/>
            </a:ln>
          </p:spPr>
        </p:sp>
        <p:sp>
          <p:nvSpPr>
            <p:cNvPr id="33" name="Google Shape;33;p3"/>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34" name="Google Shape;34;p3"/>
          <p:cNvCxnSpPr/>
          <p:nvPr/>
        </p:nvCxnSpPr>
        <p:spPr>
          <a:xfrm>
            <a:off x="9134475" y="700329"/>
            <a:ext cx="0" cy="666300"/>
          </a:xfrm>
          <a:prstGeom prst="straightConnector1">
            <a:avLst/>
          </a:prstGeom>
          <a:noFill/>
          <a:ln cap="flat" cmpd="sng" w="19050">
            <a:solidFill>
              <a:srgbClr val="333333"/>
            </a:solidFill>
            <a:prstDash val="solid"/>
            <a:round/>
            <a:headEnd len="sm" w="sm" type="none"/>
            <a:tailEnd len="sm" w="sm" type="none"/>
          </a:ln>
        </p:spPr>
      </p:cxnSp>
      <p:cxnSp>
        <p:nvCxnSpPr>
          <p:cNvPr id="35" name="Google Shape;35;p3"/>
          <p:cNvCxnSpPr/>
          <p:nvPr/>
        </p:nvCxnSpPr>
        <p:spPr>
          <a:xfrm>
            <a:off x="-9525" y="681279"/>
            <a:ext cx="18288000" cy="0"/>
          </a:xfrm>
          <a:prstGeom prst="straightConnector1">
            <a:avLst/>
          </a:prstGeom>
          <a:noFill/>
          <a:ln cap="flat" cmpd="sng" w="19050">
            <a:solidFill>
              <a:srgbClr val="333333"/>
            </a:solidFill>
            <a:prstDash val="solid"/>
            <a:round/>
            <a:headEnd len="sm" w="sm" type="none"/>
            <a:tailEnd len="sm" w="sm" type="none"/>
          </a:ln>
        </p:spPr>
      </p:cxnSp>
      <p:cxnSp>
        <p:nvCxnSpPr>
          <p:cNvPr id="36" name="Google Shape;36;p3"/>
          <p:cNvCxnSpPr/>
          <p:nvPr/>
        </p:nvCxnSpPr>
        <p:spPr>
          <a:xfrm>
            <a:off x="-9525" y="1357071"/>
            <a:ext cx="18288000" cy="0"/>
          </a:xfrm>
          <a:prstGeom prst="straightConnector1">
            <a:avLst/>
          </a:prstGeom>
          <a:noFill/>
          <a:ln cap="flat" cmpd="sng" w="19050">
            <a:solidFill>
              <a:srgbClr val="333333"/>
            </a:solidFill>
            <a:prstDash val="solid"/>
            <a:round/>
            <a:headEnd len="sm" w="sm" type="none"/>
            <a:tailEnd len="sm" w="sm" type="none"/>
          </a:ln>
        </p:spPr>
      </p:cxnSp>
      <p:sp>
        <p:nvSpPr>
          <p:cNvPr id="37" name="Google Shape;37;p3"/>
          <p:cNvSpPr txBox="1"/>
          <p:nvPr>
            <p:ph idx="1" type="body"/>
          </p:nvPr>
        </p:nvSpPr>
        <p:spPr>
          <a:xfrm>
            <a:off x="4542300" y="6000425"/>
            <a:ext cx="3306000" cy="1861800"/>
          </a:xfrm>
          <a:prstGeom prst="rect">
            <a:avLst/>
          </a:prstGeom>
        </p:spPr>
        <p:txBody>
          <a:bodyPr anchorCtr="0" anchor="t" bIns="0" lIns="0" spcFirstLastPara="1" rIns="0" wrap="square" tIns="0">
            <a:noAutofit/>
          </a:bodyPr>
          <a:lstStyle>
            <a:lvl1pPr indent="-361950" lvl="0" marL="457200">
              <a:spcBef>
                <a:spcPts val="640"/>
              </a:spcBef>
              <a:spcAft>
                <a:spcPts val="0"/>
              </a:spcAft>
              <a:buClr>
                <a:schemeClr val="lt2"/>
              </a:buClr>
              <a:buSzPts val="2100"/>
              <a:buChar char="•"/>
              <a:defRPr b="0" sz="2100">
                <a:solidFill>
                  <a:schemeClr val="lt2"/>
                </a:solidFill>
              </a:defRPr>
            </a:lvl1pPr>
            <a:lvl2pPr indent="-361950" lvl="1" marL="914400">
              <a:spcBef>
                <a:spcPts val="560"/>
              </a:spcBef>
              <a:spcAft>
                <a:spcPts val="0"/>
              </a:spcAft>
              <a:buClr>
                <a:schemeClr val="lt2"/>
              </a:buClr>
              <a:buSzPts val="2100"/>
              <a:buChar char="–"/>
              <a:defRPr>
                <a:solidFill>
                  <a:schemeClr val="lt2"/>
                </a:solidFill>
              </a:defRPr>
            </a:lvl2pPr>
            <a:lvl3pPr indent="-361950" lvl="2" marL="1371600">
              <a:spcBef>
                <a:spcPts val="480"/>
              </a:spcBef>
              <a:spcAft>
                <a:spcPts val="0"/>
              </a:spcAft>
              <a:buClr>
                <a:schemeClr val="lt2"/>
              </a:buClr>
              <a:buSzPts val="2100"/>
              <a:buChar char="•"/>
              <a:defRPr>
                <a:solidFill>
                  <a:schemeClr val="lt2"/>
                </a:solidFill>
              </a:defRPr>
            </a:lvl3pPr>
            <a:lvl4pPr indent="-361950" lvl="3" marL="1828800">
              <a:spcBef>
                <a:spcPts val="400"/>
              </a:spcBef>
              <a:spcAft>
                <a:spcPts val="0"/>
              </a:spcAft>
              <a:buClr>
                <a:schemeClr val="lt2"/>
              </a:buClr>
              <a:buSzPts val="2100"/>
              <a:buChar char="–"/>
              <a:defRPr>
                <a:solidFill>
                  <a:schemeClr val="lt2"/>
                </a:solidFill>
              </a:defRPr>
            </a:lvl4pPr>
            <a:lvl5pPr indent="-361950" lvl="4" marL="2286000">
              <a:spcBef>
                <a:spcPts val="400"/>
              </a:spcBef>
              <a:spcAft>
                <a:spcPts val="0"/>
              </a:spcAft>
              <a:buClr>
                <a:schemeClr val="lt2"/>
              </a:buClr>
              <a:buSzPts val="2100"/>
              <a:buChar char="»"/>
              <a:defRPr>
                <a:solidFill>
                  <a:schemeClr val="lt2"/>
                </a:solidFill>
              </a:defRPr>
            </a:lvl5pPr>
            <a:lvl6pPr indent="-361950" lvl="5" marL="2743200">
              <a:spcBef>
                <a:spcPts val="400"/>
              </a:spcBef>
              <a:spcAft>
                <a:spcPts val="0"/>
              </a:spcAft>
              <a:buClr>
                <a:schemeClr val="lt2"/>
              </a:buClr>
              <a:buSzPts val="2100"/>
              <a:buChar char="•"/>
              <a:defRPr>
                <a:solidFill>
                  <a:schemeClr val="lt2"/>
                </a:solidFill>
              </a:defRPr>
            </a:lvl6pPr>
            <a:lvl7pPr indent="-361950" lvl="6" marL="3200400">
              <a:spcBef>
                <a:spcPts val="400"/>
              </a:spcBef>
              <a:spcAft>
                <a:spcPts val="0"/>
              </a:spcAft>
              <a:buClr>
                <a:schemeClr val="lt2"/>
              </a:buClr>
              <a:buSzPts val="2100"/>
              <a:buChar char="•"/>
              <a:defRPr>
                <a:solidFill>
                  <a:schemeClr val="lt2"/>
                </a:solidFill>
              </a:defRPr>
            </a:lvl7pPr>
            <a:lvl8pPr indent="-361950" lvl="7" marL="3657600">
              <a:spcBef>
                <a:spcPts val="400"/>
              </a:spcBef>
              <a:spcAft>
                <a:spcPts val="0"/>
              </a:spcAft>
              <a:buClr>
                <a:schemeClr val="lt2"/>
              </a:buClr>
              <a:buSzPts val="2100"/>
              <a:buChar char="•"/>
              <a:defRPr>
                <a:solidFill>
                  <a:schemeClr val="lt2"/>
                </a:solidFill>
              </a:defRPr>
            </a:lvl8pPr>
            <a:lvl9pPr indent="-361950" lvl="8" marL="4114800">
              <a:spcBef>
                <a:spcPts val="400"/>
              </a:spcBef>
              <a:spcAft>
                <a:spcPts val="0"/>
              </a:spcAft>
              <a:buClr>
                <a:schemeClr val="lt2"/>
              </a:buClr>
              <a:buSzPts val="2100"/>
              <a:buChar char="•"/>
              <a:defRPr>
                <a:solidFill>
                  <a:schemeClr val="lt2"/>
                </a:solidFill>
              </a:defRPr>
            </a:lvl9pPr>
          </a:lstStyle>
          <a:p/>
        </p:txBody>
      </p:sp>
      <p:sp>
        <p:nvSpPr>
          <p:cNvPr id="38" name="Google Shape;38;p3"/>
          <p:cNvSpPr txBox="1"/>
          <p:nvPr>
            <p:ph idx="4" type="body"/>
          </p:nvPr>
        </p:nvSpPr>
        <p:spPr>
          <a:xfrm>
            <a:off x="13455175" y="5981350"/>
            <a:ext cx="3189300" cy="1910100"/>
          </a:xfrm>
          <a:prstGeom prst="rect">
            <a:avLst/>
          </a:prstGeom>
        </p:spPr>
        <p:txBody>
          <a:bodyPr anchorCtr="0" anchor="t" bIns="0" lIns="0" spcFirstLastPara="1" rIns="0" wrap="square" tIns="0">
            <a:noAutofit/>
          </a:bodyPr>
          <a:lstStyle>
            <a:lvl1pPr indent="-361950" lvl="0" marL="457200">
              <a:spcBef>
                <a:spcPts val="640"/>
              </a:spcBef>
              <a:spcAft>
                <a:spcPts val="0"/>
              </a:spcAft>
              <a:buClr>
                <a:schemeClr val="lt2"/>
              </a:buClr>
              <a:buSzPts val="2100"/>
              <a:buChar char="•"/>
              <a:defRPr b="0" sz="2100">
                <a:solidFill>
                  <a:schemeClr val="lt2"/>
                </a:solidFill>
              </a:defRPr>
            </a:lvl1pPr>
            <a:lvl2pPr indent="-361950" lvl="1" marL="914400">
              <a:spcBef>
                <a:spcPts val="560"/>
              </a:spcBef>
              <a:spcAft>
                <a:spcPts val="0"/>
              </a:spcAft>
              <a:buClr>
                <a:schemeClr val="lt2"/>
              </a:buClr>
              <a:buSzPts val="2100"/>
              <a:buChar char="–"/>
              <a:defRPr>
                <a:solidFill>
                  <a:schemeClr val="lt2"/>
                </a:solidFill>
              </a:defRPr>
            </a:lvl2pPr>
            <a:lvl3pPr indent="-361950" lvl="2" marL="1371600">
              <a:spcBef>
                <a:spcPts val="480"/>
              </a:spcBef>
              <a:spcAft>
                <a:spcPts val="0"/>
              </a:spcAft>
              <a:buClr>
                <a:schemeClr val="lt2"/>
              </a:buClr>
              <a:buSzPts val="2100"/>
              <a:buChar char="•"/>
              <a:defRPr>
                <a:solidFill>
                  <a:schemeClr val="lt2"/>
                </a:solidFill>
              </a:defRPr>
            </a:lvl3pPr>
            <a:lvl4pPr indent="-361950" lvl="3" marL="1828800">
              <a:spcBef>
                <a:spcPts val="400"/>
              </a:spcBef>
              <a:spcAft>
                <a:spcPts val="0"/>
              </a:spcAft>
              <a:buClr>
                <a:schemeClr val="lt2"/>
              </a:buClr>
              <a:buSzPts val="2100"/>
              <a:buChar char="–"/>
              <a:defRPr>
                <a:solidFill>
                  <a:schemeClr val="lt2"/>
                </a:solidFill>
              </a:defRPr>
            </a:lvl4pPr>
            <a:lvl5pPr indent="-361950" lvl="4" marL="2286000">
              <a:spcBef>
                <a:spcPts val="400"/>
              </a:spcBef>
              <a:spcAft>
                <a:spcPts val="0"/>
              </a:spcAft>
              <a:buClr>
                <a:schemeClr val="lt2"/>
              </a:buClr>
              <a:buSzPts val="2100"/>
              <a:buChar char="»"/>
              <a:defRPr>
                <a:solidFill>
                  <a:schemeClr val="lt2"/>
                </a:solidFill>
              </a:defRPr>
            </a:lvl5pPr>
            <a:lvl6pPr indent="-361950" lvl="5" marL="2743200">
              <a:spcBef>
                <a:spcPts val="400"/>
              </a:spcBef>
              <a:spcAft>
                <a:spcPts val="0"/>
              </a:spcAft>
              <a:buClr>
                <a:schemeClr val="lt2"/>
              </a:buClr>
              <a:buSzPts val="2100"/>
              <a:buChar char="•"/>
              <a:defRPr>
                <a:solidFill>
                  <a:schemeClr val="lt2"/>
                </a:solidFill>
              </a:defRPr>
            </a:lvl6pPr>
            <a:lvl7pPr indent="-361950" lvl="6" marL="3200400">
              <a:spcBef>
                <a:spcPts val="400"/>
              </a:spcBef>
              <a:spcAft>
                <a:spcPts val="0"/>
              </a:spcAft>
              <a:buClr>
                <a:schemeClr val="lt2"/>
              </a:buClr>
              <a:buSzPts val="2100"/>
              <a:buChar char="•"/>
              <a:defRPr>
                <a:solidFill>
                  <a:schemeClr val="lt2"/>
                </a:solidFill>
              </a:defRPr>
            </a:lvl7pPr>
            <a:lvl8pPr indent="-361950" lvl="7" marL="3657600">
              <a:spcBef>
                <a:spcPts val="400"/>
              </a:spcBef>
              <a:spcAft>
                <a:spcPts val="0"/>
              </a:spcAft>
              <a:buClr>
                <a:schemeClr val="lt2"/>
              </a:buClr>
              <a:buSzPts val="2100"/>
              <a:buChar char="•"/>
              <a:defRPr>
                <a:solidFill>
                  <a:schemeClr val="lt2"/>
                </a:solidFill>
              </a:defRPr>
            </a:lvl8pPr>
            <a:lvl9pPr indent="-361950" lvl="8" marL="4114800">
              <a:spcBef>
                <a:spcPts val="400"/>
              </a:spcBef>
              <a:spcAft>
                <a:spcPts val="0"/>
              </a:spcAft>
              <a:buClr>
                <a:schemeClr val="lt2"/>
              </a:buClr>
              <a:buSzPts val="2100"/>
              <a:buChar char="•"/>
              <a:defRPr>
                <a:solidFill>
                  <a:schemeClr val="lt2"/>
                </a:solidFill>
              </a:defRPr>
            </a:lvl9pPr>
          </a:lstStyle>
          <a:p/>
        </p:txBody>
      </p:sp>
      <p:sp>
        <p:nvSpPr>
          <p:cNvPr id="39" name="Google Shape;39;p3"/>
          <p:cNvSpPr txBox="1"/>
          <p:nvPr>
            <p:ph idx="5" type="body"/>
          </p:nvPr>
        </p:nvSpPr>
        <p:spPr>
          <a:xfrm>
            <a:off x="4618650" y="4645375"/>
            <a:ext cx="2786400" cy="534300"/>
          </a:xfrm>
          <a:prstGeom prst="rect">
            <a:avLst/>
          </a:prstGeom>
        </p:spPr>
        <p:txBody>
          <a:bodyPr anchorCtr="0" anchor="t" bIns="0" lIns="0" spcFirstLastPara="1" rIns="0" wrap="square" tIns="0">
            <a:noAutofit/>
          </a:bodyPr>
          <a:lstStyle>
            <a:lvl1pPr indent="-381000" lvl="0" marL="457200">
              <a:spcBef>
                <a:spcPts val="640"/>
              </a:spcBef>
              <a:spcAft>
                <a:spcPts val="0"/>
              </a:spcAft>
              <a:buClr>
                <a:schemeClr val="lt2"/>
              </a:buClr>
              <a:buSzPts val="2400"/>
              <a:buChar char="•"/>
              <a:defRPr sz="2400">
                <a:solidFill>
                  <a:schemeClr val="lt2"/>
                </a:solidFill>
              </a:defRPr>
            </a:lvl1pPr>
            <a:lvl2pPr indent="-361950" lvl="1" marL="914400">
              <a:spcBef>
                <a:spcPts val="560"/>
              </a:spcBef>
              <a:spcAft>
                <a:spcPts val="0"/>
              </a:spcAft>
              <a:buSzPts val="2100"/>
              <a:buChar char="–"/>
              <a:defRPr/>
            </a:lvl2pPr>
            <a:lvl3pPr indent="-361950" lvl="2" marL="1371600">
              <a:spcBef>
                <a:spcPts val="480"/>
              </a:spcBef>
              <a:spcAft>
                <a:spcPts val="0"/>
              </a:spcAft>
              <a:buSzPts val="2100"/>
              <a:buChar char="•"/>
              <a:defRPr/>
            </a:lvl3pPr>
            <a:lvl4pPr indent="-361950" lvl="3" marL="1828800">
              <a:spcBef>
                <a:spcPts val="400"/>
              </a:spcBef>
              <a:spcAft>
                <a:spcPts val="0"/>
              </a:spcAft>
              <a:buSzPts val="2100"/>
              <a:buChar char="–"/>
              <a:defRPr/>
            </a:lvl4pPr>
            <a:lvl5pPr indent="-361950" lvl="4" marL="2286000">
              <a:spcBef>
                <a:spcPts val="400"/>
              </a:spcBef>
              <a:spcAft>
                <a:spcPts val="0"/>
              </a:spcAft>
              <a:buSzPts val="2100"/>
              <a:buChar char="»"/>
              <a:defRPr/>
            </a:lvl5pPr>
            <a:lvl6pPr indent="-361950" lvl="5" marL="2743200">
              <a:spcBef>
                <a:spcPts val="400"/>
              </a:spcBef>
              <a:spcAft>
                <a:spcPts val="0"/>
              </a:spcAft>
              <a:buSzPts val="2100"/>
              <a:buChar char="•"/>
              <a:defRPr/>
            </a:lvl6pPr>
            <a:lvl7pPr indent="-361950" lvl="6" marL="3200400">
              <a:spcBef>
                <a:spcPts val="400"/>
              </a:spcBef>
              <a:spcAft>
                <a:spcPts val="0"/>
              </a:spcAft>
              <a:buSzPts val="2100"/>
              <a:buChar char="•"/>
              <a:defRPr/>
            </a:lvl7pPr>
            <a:lvl8pPr indent="-361950" lvl="7" marL="3657600">
              <a:spcBef>
                <a:spcPts val="400"/>
              </a:spcBef>
              <a:spcAft>
                <a:spcPts val="0"/>
              </a:spcAft>
              <a:buSzPts val="2100"/>
              <a:buChar char="•"/>
              <a:defRPr/>
            </a:lvl8pPr>
            <a:lvl9pPr indent="-361950" lvl="8" marL="4114800">
              <a:spcBef>
                <a:spcPts val="400"/>
              </a:spcBef>
              <a:spcAft>
                <a:spcPts val="0"/>
              </a:spcAft>
              <a:buSzPts val="2100"/>
              <a:buChar char="•"/>
              <a:defRPr/>
            </a:lvl9pPr>
          </a:lstStyle>
          <a:p/>
        </p:txBody>
      </p:sp>
      <p:sp>
        <p:nvSpPr>
          <p:cNvPr id="40" name="Google Shape;40;p3"/>
          <p:cNvSpPr txBox="1"/>
          <p:nvPr>
            <p:ph idx="6" type="body"/>
          </p:nvPr>
        </p:nvSpPr>
        <p:spPr>
          <a:xfrm>
            <a:off x="13455175" y="4645375"/>
            <a:ext cx="2786400" cy="534300"/>
          </a:xfrm>
          <a:prstGeom prst="rect">
            <a:avLst/>
          </a:prstGeom>
        </p:spPr>
        <p:txBody>
          <a:bodyPr anchorCtr="0" anchor="t" bIns="0" lIns="0" spcFirstLastPara="1" rIns="0" wrap="square" tIns="0">
            <a:noAutofit/>
          </a:bodyPr>
          <a:lstStyle>
            <a:lvl1pPr indent="-381000" lvl="0" marL="457200" rtl="0">
              <a:spcBef>
                <a:spcPts val="640"/>
              </a:spcBef>
              <a:spcAft>
                <a:spcPts val="0"/>
              </a:spcAft>
              <a:buClr>
                <a:schemeClr val="lt2"/>
              </a:buClr>
              <a:buSzPts val="2400"/>
              <a:buChar char="•"/>
              <a:defRPr sz="2400">
                <a:solidFill>
                  <a:schemeClr val="lt2"/>
                </a:solidFill>
              </a:defRPr>
            </a:lvl1pPr>
            <a:lvl2pPr indent="-361950" lvl="1" marL="914400" rtl="0">
              <a:spcBef>
                <a:spcPts val="560"/>
              </a:spcBef>
              <a:spcAft>
                <a:spcPts val="0"/>
              </a:spcAft>
              <a:buSzPts val="2100"/>
              <a:buChar char="–"/>
              <a:defRPr/>
            </a:lvl2pPr>
            <a:lvl3pPr indent="-361950" lvl="2" marL="1371600" rtl="0">
              <a:spcBef>
                <a:spcPts val="480"/>
              </a:spcBef>
              <a:spcAft>
                <a:spcPts val="0"/>
              </a:spcAft>
              <a:buSzPts val="2100"/>
              <a:buChar char="•"/>
              <a:defRPr/>
            </a:lvl3pPr>
            <a:lvl4pPr indent="-361950" lvl="3" marL="1828800" rtl="0">
              <a:spcBef>
                <a:spcPts val="400"/>
              </a:spcBef>
              <a:spcAft>
                <a:spcPts val="0"/>
              </a:spcAft>
              <a:buSzPts val="2100"/>
              <a:buChar char="–"/>
              <a:defRPr/>
            </a:lvl4pPr>
            <a:lvl5pPr indent="-361950" lvl="4" marL="2286000" rtl="0">
              <a:spcBef>
                <a:spcPts val="400"/>
              </a:spcBef>
              <a:spcAft>
                <a:spcPts val="0"/>
              </a:spcAft>
              <a:buSzPts val="2100"/>
              <a:buChar char="»"/>
              <a:defRPr/>
            </a:lvl5pPr>
            <a:lvl6pPr indent="-361950" lvl="5" marL="2743200" rtl="0">
              <a:spcBef>
                <a:spcPts val="400"/>
              </a:spcBef>
              <a:spcAft>
                <a:spcPts val="0"/>
              </a:spcAft>
              <a:buSzPts val="2100"/>
              <a:buChar char="•"/>
              <a:defRPr/>
            </a:lvl6pPr>
            <a:lvl7pPr indent="-361950" lvl="6" marL="3200400" rtl="0">
              <a:spcBef>
                <a:spcPts val="400"/>
              </a:spcBef>
              <a:spcAft>
                <a:spcPts val="0"/>
              </a:spcAft>
              <a:buSzPts val="2100"/>
              <a:buChar char="•"/>
              <a:defRPr/>
            </a:lvl7pPr>
            <a:lvl8pPr indent="-361950" lvl="7" marL="3657600" rtl="0">
              <a:spcBef>
                <a:spcPts val="400"/>
              </a:spcBef>
              <a:spcAft>
                <a:spcPts val="0"/>
              </a:spcAft>
              <a:buSzPts val="2100"/>
              <a:buChar char="•"/>
              <a:defRPr/>
            </a:lvl8pPr>
            <a:lvl9pPr indent="-361950" lvl="8" marL="4114800" rtl="0">
              <a:spcBef>
                <a:spcPts val="400"/>
              </a:spcBef>
              <a:spcAft>
                <a:spcPts val="0"/>
              </a:spcAft>
              <a:buSzPts val="2100"/>
              <a:buChar char="•"/>
              <a:defRPr/>
            </a:lvl9pPr>
          </a:lstStyle>
          <a:p/>
        </p:txBody>
      </p:sp>
      <p:sp>
        <p:nvSpPr>
          <p:cNvPr id="41" name="Google Shape;41;p3"/>
          <p:cNvSpPr txBox="1"/>
          <p:nvPr>
            <p:ph idx="7" type="subTitle"/>
          </p:nvPr>
        </p:nvSpPr>
        <p:spPr>
          <a:xfrm>
            <a:off x="4618650" y="4091900"/>
            <a:ext cx="2786400" cy="553500"/>
          </a:xfrm>
          <a:prstGeom prst="rect">
            <a:avLst/>
          </a:prstGeom>
        </p:spPr>
        <p:txBody>
          <a:bodyPr anchorCtr="0" anchor="t" bIns="0" lIns="0" spcFirstLastPara="1" rIns="0" wrap="square" tIns="0">
            <a:noAutofit/>
          </a:bodyPr>
          <a:lstStyle>
            <a:lvl1pPr lvl="0">
              <a:spcBef>
                <a:spcPts val="640"/>
              </a:spcBef>
              <a:spcAft>
                <a:spcPts val="0"/>
              </a:spcAft>
              <a:buClr>
                <a:schemeClr val="lt2"/>
              </a:buClr>
              <a:buSzPts val="3200"/>
              <a:buNone/>
              <a:defRPr>
                <a:solidFill>
                  <a:schemeClr val="lt2"/>
                </a:solidFill>
              </a:defRPr>
            </a:lvl1pPr>
            <a:lvl2pPr lvl="1">
              <a:spcBef>
                <a:spcPts val="560"/>
              </a:spcBef>
              <a:spcAft>
                <a:spcPts val="0"/>
              </a:spcAft>
              <a:buSzPts val="2100"/>
              <a:buNone/>
              <a:defRPr/>
            </a:lvl2pPr>
            <a:lvl3pPr lvl="2">
              <a:spcBef>
                <a:spcPts val="480"/>
              </a:spcBef>
              <a:spcAft>
                <a:spcPts val="0"/>
              </a:spcAft>
              <a:buSzPts val="2100"/>
              <a:buNone/>
              <a:defRPr/>
            </a:lvl3pPr>
            <a:lvl4pPr lvl="3">
              <a:spcBef>
                <a:spcPts val="400"/>
              </a:spcBef>
              <a:spcAft>
                <a:spcPts val="0"/>
              </a:spcAft>
              <a:buSzPts val="2100"/>
              <a:buNone/>
              <a:defRPr/>
            </a:lvl4pPr>
            <a:lvl5pPr lvl="4">
              <a:spcBef>
                <a:spcPts val="400"/>
              </a:spcBef>
              <a:spcAft>
                <a:spcPts val="0"/>
              </a:spcAft>
              <a:buSzPts val="2100"/>
              <a:buNone/>
              <a:defRPr/>
            </a:lvl5pPr>
            <a:lvl6pPr lvl="5">
              <a:spcBef>
                <a:spcPts val="400"/>
              </a:spcBef>
              <a:spcAft>
                <a:spcPts val="0"/>
              </a:spcAft>
              <a:buSzPts val="2100"/>
              <a:buNone/>
              <a:defRPr/>
            </a:lvl6pPr>
            <a:lvl7pPr lvl="6">
              <a:spcBef>
                <a:spcPts val="400"/>
              </a:spcBef>
              <a:spcAft>
                <a:spcPts val="0"/>
              </a:spcAft>
              <a:buSzPts val="2100"/>
              <a:buNone/>
              <a:defRPr/>
            </a:lvl7pPr>
            <a:lvl8pPr lvl="7">
              <a:spcBef>
                <a:spcPts val="400"/>
              </a:spcBef>
              <a:spcAft>
                <a:spcPts val="0"/>
              </a:spcAft>
              <a:buSzPts val="2100"/>
              <a:buNone/>
              <a:defRPr/>
            </a:lvl8pPr>
            <a:lvl9pPr lvl="8">
              <a:spcBef>
                <a:spcPts val="400"/>
              </a:spcBef>
              <a:spcAft>
                <a:spcPts val="0"/>
              </a:spcAft>
              <a:buSzPts val="2100"/>
              <a:buNone/>
              <a:defRPr/>
            </a:lvl9pPr>
          </a:lstStyle>
          <a:p/>
        </p:txBody>
      </p:sp>
      <p:sp>
        <p:nvSpPr>
          <p:cNvPr id="42" name="Google Shape;42;p3"/>
          <p:cNvSpPr txBox="1"/>
          <p:nvPr>
            <p:ph idx="8" type="subTitle"/>
          </p:nvPr>
        </p:nvSpPr>
        <p:spPr>
          <a:xfrm>
            <a:off x="13455175" y="4160025"/>
            <a:ext cx="2786400" cy="553500"/>
          </a:xfrm>
          <a:prstGeom prst="rect">
            <a:avLst/>
          </a:prstGeom>
        </p:spPr>
        <p:txBody>
          <a:bodyPr anchorCtr="0" anchor="t" bIns="0" lIns="0" spcFirstLastPara="1" rIns="0" wrap="square" tIns="0">
            <a:noAutofit/>
          </a:bodyPr>
          <a:lstStyle>
            <a:lvl1pPr lvl="0" rtl="0">
              <a:spcBef>
                <a:spcPts val="640"/>
              </a:spcBef>
              <a:spcAft>
                <a:spcPts val="0"/>
              </a:spcAft>
              <a:buClr>
                <a:schemeClr val="lt2"/>
              </a:buClr>
              <a:buSzPts val="3200"/>
              <a:buNone/>
              <a:defRPr>
                <a:solidFill>
                  <a:schemeClr val="lt2"/>
                </a:solidFill>
              </a:defRPr>
            </a:lvl1pPr>
            <a:lvl2pPr lvl="1" rtl="0">
              <a:spcBef>
                <a:spcPts val="560"/>
              </a:spcBef>
              <a:spcAft>
                <a:spcPts val="0"/>
              </a:spcAft>
              <a:buSzPts val="2100"/>
              <a:buNone/>
              <a:defRPr/>
            </a:lvl2pPr>
            <a:lvl3pPr lvl="2" rtl="0">
              <a:spcBef>
                <a:spcPts val="480"/>
              </a:spcBef>
              <a:spcAft>
                <a:spcPts val="0"/>
              </a:spcAft>
              <a:buSzPts val="2100"/>
              <a:buNone/>
              <a:defRPr/>
            </a:lvl3pPr>
            <a:lvl4pPr lvl="3" rtl="0">
              <a:spcBef>
                <a:spcPts val="400"/>
              </a:spcBef>
              <a:spcAft>
                <a:spcPts val="0"/>
              </a:spcAft>
              <a:buSzPts val="2100"/>
              <a:buNone/>
              <a:defRPr/>
            </a:lvl4pPr>
            <a:lvl5pPr lvl="4" rtl="0">
              <a:spcBef>
                <a:spcPts val="400"/>
              </a:spcBef>
              <a:spcAft>
                <a:spcPts val="0"/>
              </a:spcAft>
              <a:buSzPts val="2100"/>
              <a:buNone/>
              <a:defRPr/>
            </a:lvl5pPr>
            <a:lvl6pPr lvl="5" rtl="0">
              <a:spcBef>
                <a:spcPts val="400"/>
              </a:spcBef>
              <a:spcAft>
                <a:spcPts val="0"/>
              </a:spcAft>
              <a:buSzPts val="2100"/>
              <a:buNone/>
              <a:defRPr/>
            </a:lvl6pPr>
            <a:lvl7pPr lvl="6" rtl="0">
              <a:spcBef>
                <a:spcPts val="400"/>
              </a:spcBef>
              <a:spcAft>
                <a:spcPts val="0"/>
              </a:spcAft>
              <a:buSzPts val="2100"/>
              <a:buNone/>
              <a:defRPr/>
            </a:lvl7pPr>
            <a:lvl8pPr lvl="7" rtl="0">
              <a:spcBef>
                <a:spcPts val="400"/>
              </a:spcBef>
              <a:spcAft>
                <a:spcPts val="0"/>
              </a:spcAft>
              <a:buSzPts val="2100"/>
              <a:buNone/>
              <a:defRPr/>
            </a:lvl8pPr>
            <a:lvl9pPr lvl="8" rtl="0">
              <a:spcBef>
                <a:spcPts val="400"/>
              </a:spcBef>
              <a:spcAft>
                <a:spcPts val="0"/>
              </a:spcAft>
              <a:buSzPts val="2100"/>
              <a:buNone/>
              <a:defRPr/>
            </a:lvl9pPr>
          </a:lstStyle>
          <a:p/>
        </p:txBody>
      </p:sp>
      <p:sp>
        <p:nvSpPr>
          <p:cNvPr id="43" name="Google Shape;43;p3"/>
          <p:cNvSpPr txBox="1"/>
          <p:nvPr>
            <p:ph type="title"/>
          </p:nvPr>
        </p:nvSpPr>
        <p:spPr>
          <a:xfrm>
            <a:off x="1005525" y="1736250"/>
            <a:ext cx="7863300" cy="1398300"/>
          </a:xfrm>
          <a:prstGeom prst="rect">
            <a:avLst/>
          </a:prstGeom>
        </p:spPr>
        <p:txBody>
          <a:bodyPr anchorCtr="0" anchor="t" bIns="0" lIns="0" spcFirstLastPara="1" rIns="0" wrap="square" tIns="0">
            <a:noAutofit/>
          </a:bodyPr>
          <a:lstStyle>
            <a:lvl1pPr lvl="0">
              <a:spcBef>
                <a:spcPts val="0"/>
              </a:spcBef>
              <a:spcAft>
                <a:spcPts val="0"/>
              </a:spcAft>
              <a:buSzPts val="11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 name="Google Shape;44;p3"/>
          <p:cNvSpPr txBox="1"/>
          <p:nvPr>
            <p:ph idx="9" type="body"/>
          </p:nvPr>
        </p:nvSpPr>
        <p:spPr>
          <a:xfrm>
            <a:off x="670013" y="766213"/>
            <a:ext cx="5496600" cy="413100"/>
          </a:xfrm>
          <a:prstGeom prst="rect">
            <a:avLst/>
          </a:prstGeom>
        </p:spPr>
        <p:txBody>
          <a:bodyPr anchorCtr="0" anchor="t" bIns="0" lIns="0" spcFirstLastPara="1" rIns="0" wrap="square" tIns="0">
            <a:noAutofit/>
          </a:bodyPr>
          <a:lstStyle>
            <a:lvl1pPr indent="-361950" lvl="0" marL="457200" rtl="0">
              <a:spcBef>
                <a:spcPts val="640"/>
              </a:spcBef>
              <a:spcAft>
                <a:spcPts val="0"/>
              </a:spcAft>
              <a:buClr>
                <a:schemeClr val="lt2"/>
              </a:buClr>
              <a:buSzPts val="2100"/>
              <a:buChar char="•"/>
              <a:defRPr b="0" sz="2100">
                <a:solidFill>
                  <a:schemeClr val="lt2"/>
                </a:solidFill>
              </a:defRPr>
            </a:lvl1pPr>
            <a:lvl2pPr indent="-361950" lvl="1" marL="914400" rtl="0">
              <a:spcBef>
                <a:spcPts val="560"/>
              </a:spcBef>
              <a:spcAft>
                <a:spcPts val="0"/>
              </a:spcAft>
              <a:buClr>
                <a:schemeClr val="lt2"/>
              </a:buClr>
              <a:buSzPts val="2100"/>
              <a:buChar char="–"/>
              <a:defRPr>
                <a:solidFill>
                  <a:schemeClr val="lt2"/>
                </a:solidFill>
              </a:defRPr>
            </a:lvl2pPr>
            <a:lvl3pPr indent="-361950" lvl="2" marL="1371600" rtl="0">
              <a:spcBef>
                <a:spcPts val="480"/>
              </a:spcBef>
              <a:spcAft>
                <a:spcPts val="0"/>
              </a:spcAft>
              <a:buClr>
                <a:schemeClr val="lt2"/>
              </a:buClr>
              <a:buSzPts val="2100"/>
              <a:buChar char="•"/>
              <a:defRPr>
                <a:solidFill>
                  <a:schemeClr val="lt2"/>
                </a:solidFill>
              </a:defRPr>
            </a:lvl3pPr>
            <a:lvl4pPr indent="-361950" lvl="3" marL="1828800" rtl="0">
              <a:spcBef>
                <a:spcPts val="400"/>
              </a:spcBef>
              <a:spcAft>
                <a:spcPts val="0"/>
              </a:spcAft>
              <a:buClr>
                <a:schemeClr val="lt2"/>
              </a:buClr>
              <a:buSzPts val="2100"/>
              <a:buChar char="–"/>
              <a:defRPr>
                <a:solidFill>
                  <a:schemeClr val="lt2"/>
                </a:solidFill>
              </a:defRPr>
            </a:lvl4pPr>
            <a:lvl5pPr indent="-361950" lvl="4" marL="2286000" rtl="0">
              <a:spcBef>
                <a:spcPts val="400"/>
              </a:spcBef>
              <a:spcAft>
                <a:spcPts val="0"/>
              </a:spcAft>
              <a:buClr>
                <a:schemeClr val="lt2"/>
              </a:buClr>
              <a:buSzPts val="2100"/>
              <a:buChar char="»"/>
              <a:defRPr>
                <a:solidFill>
                  <a:schemeClr val="lt2"/>
                </a:solidFill>
              </a:defRPr>
            </a:lvl5pPr>
            <a:lvl6pPr indent="-361950" lvl="5" marL="2743200" rtl="0">
              <a:spcBef>
                <a:spcPts val="400"/>
              </a:spcBef>
              <a:spcAft>
                <a:spcPts val="0"/>
              </a:spcAft>
              <a:buClr>
                <a:schemeClr val="lt2"/>
              </a:buClr>
              <a:buSzPts val="2100"/>
              <a:buChar char="•"/>
              <a:defRPr>
                <a:solidFill>
                  <a:schemeClr val="lt2"/>
                </a:solidFill>
              </a:defRPr>
            </a:lvl6pPr>
            <a:lvl7pPr indent="-361950" lvl="6" marL="3200400" rtl="0">
              <a:spcBef>
                <a:spcPts val="400"/>
              </a:spcBef>
              <a:spcAft>
                <a:spcPts val="0"/>
              </a:spcAft>
              <a:buClr>
                <a:schemeClr val="lt2"/>
              </a:buClr>
              <a:buSzPts val="2100"/>
              <a:buChar char="•"/>
              <a:defRPr>
                <a:solidFill>
                  <a:schemeClr val="lt2"/>
                </a:solidFill>
              </a:defRPr>
            </a:lvl7pPr>
            <a:lvl8pPr indent="-361950" lvl="7" marL="3657600" rtl="0">
              <a:spcBef>
                <a:spcPts val="400"/>
              </a:spcBef>
              <a:spcAft>
                <a:spcPts val="0"/>
              </a:spcAft>
              <a:buClr>
                <a:schemeClr val="lt2"/>
              </a:buClr>
              <a:buSzPts val="2100"/>
              <a:buChar char="•"/>
              <a:defRPr>
                <a:solidFill>
                  <a:schemeClr val="lt2"/>
                </a:solidFill>
              </a:defRPr>
            </a:lvl8pPr>
            <a:lvl9pPr indent="-361950" lvl="8" marL="4114800" rtl="0">
              <a:spcBef>
                <a:spcPts val="400"/>
              </a:spcBef>
              <a:spcAft>
                <a:spcPts val="0"/>
              </a:spcAft>
              <a:buClr>
                <a:schemeClr val="lt2"/>
              </a:buClr>
              <a:buSzPts val="2100"/>
              <a:buChar char="•"/>
              <a:defRPr>
                <a:solidFill>
                  <a:schemeClr val="lt2"/>
                </a:solidFill>
              </a:defRPr>
            </a:lvl9pPr>
          </a:lstStyle>
          <a:p/>
        </p:txBody>
      </p:sp>
      <p:sp>
        <p:nvSpPr>
          <p:cNvPr id="45" name="Google Shape;45;p3"/>
          <p:cNvSpPr txBox="1"/>
          <p:nvPr>
            <p:ph idx="13" type="body"/>
          </p:nvPr>
        </p:nvSpPr>
        <p:spPr>
          <a:xfrm>
            <a:off x="12617438" y="817225"/>
            <a:ext cx="5019600" cy="362100"/>
          </a:xfrm>
          <a:prstGeom prst="rect">
            <a:avLst/>
          </a:prstGeom>
        </p:spPr>
        <p:txBody>
          <a:bodyPr anchorCtr="0" anchor="t" bIns="0" lIns="0" spcFirstLastPara="1" rIns="0" wrap="square" tIns="0">
            <a:noAutofit/>
          </a:bodyPr>
          <a:lstStyle>
            <a:lvl1pPr indent="-361950" lvl="0" marL="457200" rtl="0" algn="r">
              <a:spcBef>
                <a:spcPts val="640"/>
              </a:spcBef>
              <a:spcAft>
                <a:spcPts val="0"/>
              </a:spcAft>
              <a:buClr>
                <a:schemeClr val="lt2"/>
              </a:buClr>
              <a:buSzPts val="2100"/>
              <a:buChar char="•"/>
              <a:defRPr b="0" sz="2100">
                <a:solidFill>
                  <a:schemeClr val="lt2"/>
                </a:solidFill>
              </a:defRPr>
            </a:lvl1pPr>
            <a:lvl2pPr indent="-361950" lvl="1" marL="914400" rtl="0" algn="r">
              <a:spcBef>
                <a:spcPts val="560"/>
              </a:spcBef>
              <a:spcAft>
                <a:spcPts val="0"/>
              </a:spcAft>
              <a:buClr>
                <a:schemeClr val="lt2"/>
              </a:buClr>
              <a:buSzPts val="2100"/>
              <a:buChar char="–"/>
              <a:defRPr>
                <a:solidFill>
                  <a:schemeClr val="lt2"/>
                </a:solidFill>
              </a:defRPr>
            </a:lvl2pPr>
            <a:lvl3pPr indent="-361950" lvl="2" marL="1371600" rtl="0" algn="r">
              <a:spcBef>
                <a:spcPts val="480"/>
              </a:spcBef>
              <a:spcAft>
                <a:spcPts val="0"/>
              </a:spcAft>
              <a:buClr>
                <a:schemeClr val="lt2"/>
              </a:buClr>
              <a:buSzPts val="2100"/>
              <a:buChar char="•"/>
              <a:defRPr>
                <a:solidFill>
                  <a:schemeClr val="lt2"/>
                </a:solidFill>
              </a:defRPr>
            </a:lvl3pPr>
            <a:lvl4pPr indent="-361950" lvl="3" marL="1828800" rtl="0" algn="r">
              <a:spcBef>
                <a:spcPts val="400"/>
              </a:spcBef>
              <a:spcAft>
                <a:spcPts val="0"/>
              </a:spcAft>
              <a:buClr>
                <a:schemeClr val="lt2"/>
              </a:buClr>
              <a:buSzPts val="2100"/>
              <a:buChar char="–"/>
              <a:defRPr>
                <a:solidFill>
                  <a:schemeClr val="lt2"/>
                </a:solidFill>
              </a:defRPr>
            </a:lvl4pPr>
            <a:lvl5pPr indent="-361950" lvl="4" marL="2286000" rtl="0" algn="r">
              <a:spcBef>
                <a:spcPts val="400"/>
              </a:spcBef>
              <a:spcAft>
                <a:spcPts val="0"/>
              </a:spcAft>
              <a:buClr>
                <a:schemeClr val="lt2"/>
              </a:buClr>
              <a:buSzPts val="2100"/>
              <a:buChar char="»"/>
              <a:defRPr>
                <a:solidFill>
                  <a:schemeClr val="lt2"/>
                </a:solidFill>
              </a:defRPr>
            </a:lvl5pPr>
            <a:lvl6pPr indent="-361950" lvl="5" marL="2743200" rtl="0" algn="r">
              <a:spcBef>
                <a:spcPts val="400"/>
              </a:spcBef>
              <a:spcAft>
                <a:spcPts val="0"/>
              </a:spcAft>
              <a:buClr>
                <a:schemeClr val="lt2"/>
              </a:buClr>
              <a:buSzPts val="2100"/>
              <a:buChar char="•"/>
              <a:defRPr>
                <a:solidFill>
                  <a:schemeClr val="lt2"/>
                </a:solidFill>
              </a:defRPr>
            </a:lvl6pPr>
            <a:lvl7pPr indent="-361950" lvl="6" marL="3200400" rtl="0" algn="r">
              <a:spcBef>
                <a:spcPts val="400"/>
              </a:spcBef>
              <a:spcAft>
                <a:spcPts val="0"/>
              </a:spcAft>
              <a:buClr>
                <a:schemeClr val="lt2"/>
              </a:buClr>
              <a:buSzPts val="2100"/>
              <a:buChar char="•"/>
              <a:defRPr>
                <a:solidFill>
                  <a:schemeClr val="lt2"/>
                </a:solidFill>
              </a:defRPr>
            </a:lvl7pPr>
            <a:lvl8pPr indent="-361950" lvl="7" marL="3657600" rtl="0" algn="r">
              <a:spcBef>
                <a:spcPts val="400"/>
              </a:spcBef>
              <a:spcAft>
                <a:spcPts val="0"/>
              </a:spcAft>
              <a:buClr>
                <a:schemeClr val="lt2"/>
              </a:buClr>
              <a:buSzPts val="2100"/>
              <a:buChar char="•"/>
              <a:defRPr>
                <a:solidFill>
                  <a:schemeClr val="lt2"/>
                </a:solidFill>
              </a:defRPr>
            </a:lvl8pPr>
            <a:lvl9pPr indent="-361950" lvl="8" marL="4114800" rtl="0" algn="r">
              <a:spcBef>
                <a:spcPts val="400"/>
              </a:spcBef>
              <a:spcAft>
                <a:spcPts val="0"/>
              </a:spcAft>
              <a:buClr>
                <a:schemeClr val="lt2"/>
              </a:buClr>
              <a:buSzPts val="2100"/>
              <a:buChar char="•"/>
              <a:defRPr>
                <a:solidFill>
                  <a:schemeClr val="lt2"/>
                </a:solidFill>
              </a:defRPr>
            </a:lvl9pPr>
          </a:lstStyle>
          <a:p/>
        </p:txBody>
      </p:sp>
      <p:sp>
        <p:nvSpPr>
          <p:cNvPr id="46" name="Google Shape;46;p3"/>
          <p:cNvSpPr txBox="1"/>
          <p:nvPr/>
        </p:nvSpPr>
        <p:spPr>
          <a:xfrm>
            <a:off x="8741225" y="9016050"/>
            <a:ext cx="763500" cy="362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400">
                <a:solidFill>
                  <a:schemeClr val="dk1"/>
                </a:solidFill>
                <a:latin typeface="Playfair Display"/>
                <a:ea typeface="Playfair Display"/>
                <a:cs typeface="Playfair Display"/>
                <a:sym typeface="Playfair Display"/>
              </a:rPr>
              <a:t>00</a:t>
            </a:r>
            <a:endParaRPr b="1" sz="2400">
              <a:solidFill>
                <a:schemeClr val="lt2"/>
              </a:solidFill>
              <a:latin typeface="Playfair Display"/>
              <a:ea typeface="Playfair Display"/>
              <a:cs typeface="Playfair Display"/>
              <a:sym typeface="Playfair Display"/>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s">
  <p:cSld name="CUSTOM_4">
    <p:spTree>
      <p:nvGrpSpPr>
        <p:cNvPr id="47" name="Shape 47"/>
        <p:cNvGrpSpPr/>
        <p:nvPr/>
      </p:nvGrpSpPr>
      <p:grpSpPr>
        <a:xfrm>
          <a:off x="0" y="0"/>
          <a:ext cx="0" cy="0"/>
          <a:chOff x="0" y="0"/>
          <a:chExt cx="0" cy="0"/>
        </a:xfrm>
      </p:grpSpPr>
      <p:grpSp>
        <p:nvGrpSpPr>
          <p:cNvPr id="48" name="Google Shape;48;p4"/>
          <p:cNvGrpSpPr/>
          <p:nvPr/>
        </p:nvGrpSpPr>
        <p:grpSpPr>
          <a:xfrm>
            <a:off x="0" y="8851549"/>
            <a:ext cx="18288118" cy="668843"/>
            <a:chOff x="0" y="-38100"/>
            <a:chExt cx="4816592" cy="176155"/>
          </a:xfrm>
        </p:grpSpPr>
        <p:sp>
          <p:nvSpPr>
            <p:cNvPr id="49" name="Google Shape;49;p4"/>
            <p:cNvSpPr/>
            <p:nvPr/>
          </p:nvSpPr>
          <p:spPr>
            <a:xfrm>
              <a:off x="0" y="0"/>
              <a:ext cx="4816592" cy="138055"/>
            </a:xfrm>
            <a:custGeom>
              <a:rect b="b" l="l" r="r" t="t"/>
              <a:pathLst>
                <a:path extrusionOk="0" h="138055" w="4816592">
                  <a:moveTo>
                    <a:pt x="0" y="0"/>
                  </a:moveTo>
                  <a:lnTo>
                    <a:pt x="4816592" y="0"/>
                  </a:lnTo>
                  <a:lnTo>
                    <a:pt x="4816592" y="138055"/>
                  </a:lnTo>
                  <a:lnTo>
                    <a:pt x="0" y="138055"/>
                  </a:lnTo>
                  <a:close/>
                </a:path>
              </a:pathLst>
            </a:custGeom>
            <a:solidFill>
              <a:srgbClr val="333333"/>
            </a:solidFill>
            <a:ln>
              <a:noFill/>
            </a:ln>
          </p:spPr>
        </p:sp>
        <p:sp>
          <p:nvSpPr>
            <p:cNvPr id="50" name="Google Shape;50;p4"/>
            <p:cNvSpPr txBox="1"/>
            <p:nvPr/>
          </p:nvSpPr>
          <p:spPr>
            <a:xfrm>
              <a:off x="0" y="-38100"/>
              <a:ext cx="4816500" cy="1761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1" name="Google Shape;51;p4"/>
          <p:cNvGrpSpPr/>
          <p:nvPr/>
        </p:nvGrpSpPr>
        <p:grpSpPr>
          <a:xfrm>
            <a:off x="8477618" y="8874014"/>
            <a:ext cx="1351552" cy="768424"/>
            <a:chOff x="0" y="0"/>
            <a:chExt cx="11928966" cy="6782210"/>
          </a:xfrm>
        </p:grpSpPr>
        <p:sp>
          <p:nvSpPr>
            <p:cNvPr id="52" name="Google Shape;52;p4"/>
            <p:cNvSpPr/>
            <p:nvPr/>
          </p:nvSpPr>
          <p:spPr>
            <a:xfrm>
              <a:off x="6350" y="6350"/>
              <a:ext cx="11916266" cy="6769510"/>
            </a:xfrm>
            <a:custGeom>
              <a:rect b="b" l="l" r="r" t="t"/>
              <a:pathLst>
                <a:path extrusionOk="0" h="6769510" w="11916266">
                  <a:moveTo>
                    <a:pt x="0" y="0"/>
                  </a:moveTo>
                  <a:lnTo>
                    <a:pt x="11916266" y="0"/>
                  </a:lnTo>
                  <a:lnTo>
                    <a:pt x="11916266" y="6769510"/>
                  </a:lnTo>
                  <a:lnTo>
                    <a:pt x="0" y="6769510"/>
                  </a:lnTo>
                  <a:close/>
                </a:path>
              </a:pathLst>
            </a:custGeom>
            <a:solidFill>
              <a:srgbClr val="333333"/>
            </a:solidFill>
            <a:ln>
              <a:noFill/>
            </a:ln>
          </p:spPr>
        </p:sp>
        <p:sp>
          <p:nvSpPr>
            <p:cNvPr id="53" name="Google Shape;53;p4"/>
            <p:cNvSpPr/>
            <p:nvPr/>
          </p:nvSpPr>
          <p:spPr>
            <a:xfrm>
              <a:off x="0" y="0"/>
              <a:ext cx="11928966" cy="6782210"/>
            </a:xfrm>
            <a:custGeom>
              <a:rect b="b" l="l" r="r" t="t"/>
              <a:pathLst>
                <a:path extrusionOk="0" h="6782210" w="11928966">
                  <a:moveTo>
                    <a:pt x="6350" y="6782210"/>
                  </a:moveTo>
                  <a:lnTo>
                    <a:pt x="0" y="6782210"/>
                  </a:lnTo>
                  <a:lnTo>
                    <a:pt x="0" y="0"/>
                  </a:lnTo>
                  <a:lnTo>
                    <a:pt x="11928966" y="0"/>
                  </a:lnTo>
                  <a:lnTo>
                    <a:pt x="11928966" y="6782210"/>
                  </a:lnTo>
                  <a:lnTo>
                    <a:pt x="6350" y="6782210"/>
                  </a:lnTo>
                  <a:close/>
                  <a:moveTo>
                    <a:pt x="12700" y="12700"/>
                  </a:moveTo>
                  <a:lnTo>
                    <a:pt x="12700" y="6769510"/>
                  </a:lnTo>
                  <a:lnTo>
                    <a:pt x="11916266" y="6769510"/>
                  </a:lnTo>
                  <a:lnTo>
                    <a:pt x="11916266" y="12700"/>
                  </a:lnTo>
                  <a:lnTo>
                    <a:pt x="12700" y="12700"/>
                  </a:lnTo>
                  <a:close/>
                </a:path>
              </a:pathLst>
            </a:custGeom>
            <a:solidFill>
              <a:srgbClr val="F8F3E2"/>
            </a:solidFill>
            <a:ln>
              <a:noFill/>
            </a:ln>
          </p:spPr>
        </p:sp>
        <p:sp>
          <p:nvSpPr>
            <p:cNvPr id="54" name="Google Shape;54;p4"/>
            <p:cNvSpPr/>
            <p:nvPr/>
          </p:nvSpPr>
          <p:spPr>
            <a:xfrm>
              <a:off x="139700" y="140970"/>
              <a:ext cx="11648296" cy="6501540"/>
            </a:xfrm>
            <a:custGeom>
              <a:rect b="b" l="l" r="r" t="t"/>
              <a:pathLst>
                <a:path extrusionOk="0" h="6501540" w="11648296">
                  <a:moveTo>
                    <a:pt x="0" y="0"/>
                  </a:moveTo>
                  <a:lnTo>
                    <a:pt x="11648296" y="0"/>
                  </a:lnTo>
                  <a:lnTo>
                    <a:pt x="11648296" y="6501540"/>
                  </a:lnTo>
                  <a:lnTo>
                    <a:pt x="0" y="6501540"/>
                  </a:lnTo>
                  <a:close/>
                </a:path>
              </a:pathLst>
            </a:custGeom>
            <a:solidFill>
              <a:srgbClr val="F8F3E2"/>
            </a:solidFill>
            <a:ln>
              <a:noFill/>
            </a:ln>
          </p:spPr>
        </p:sp>
      </p:grpSp>
      <p:grpSp>
        <p:nvGrpSpPr>
          <p:cNvPr id="55" name="Google Shape;55;p4"/>
          <p:cNvGrpSpPr/>
          <p:nvPr/>
        </p:nvGrpSpPr>
        <p:grpSpPr>
          <a:xfrm>
            <a:off x="-9525" y="500452"/>
            <a:ext cx="18288118" cy="866149"/>
            <a:chOff x="0" y="-47625"/>
            <a:chExt cx="4816592" cy="228120"/>
          </a:xfrm>
        </p:grpSpPr>
        <p:sp>
          <p:nvSpPr>
            <p:cNvPr id="56" name="Google Shape;56;p4"/>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BFCDAC"/>
            </a:solidFill>
            <a:ln>
              <a:noFill/>
            </a:ln>
          </p:spPr>
        </p:sp>
        <p:sp>
          <p:nvSpPr>
            <p:cNvPr id="57" name="Google Shape;57;p4"/>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58" name="Google Shape;58;p4"/>
          <p:cNvCxnSpPr/>
          <p:nvPr/>
        </p:nvCxnSpPr>
        <p:spPr>
          <a:xfrm>
            <a:off x="-9525" y="681279"/>
            <a:ext cx="18288000" cy="0"/>
          </a:xfrm>
          <a:prstGeom prst="straightConnector1">
            <a:avLst/>
          </a:prstGeom>
          <a:noFill/>
          <a:ln cap="flat" cmpd="sng" w="19050">
            <a:solidFill>
              <a:srgbClr val="333333"/>
            </a:solidFill>
            <a:prstDash val="solid"/>
            <a:round/>
            <a:headEnd len="sm" w="sm" type="none"/>
            <a:tailEnd len="sm" w="sm" type="none"/>
          </a:ln>
        </p:spPr>
      </p:cxnSp>
      <p:cxnSp>
        <p:nvCxnSpPr>
          <p:cNvPr id="59" name="Google Shape;59;p4"/>
          <p:cNvCxnSpPr/>
          <p:nvPr/>
        </p:nvCxnSpPr>
        <p:spPr>
          <a:xfrm>
            <a:off x="-9525" y="1357071"/>
            <a:ext cx="18288000" cy="0"/>
          </a:xfrm>
          <a:prstGeom prst="straightConnector1">
            <a:avLst/>
          </a:prstGeom>
          <a:noFill/>
          <a:ln cap="flat" cmpd="sng" w="19050">
            <a:solidFill>
              <a:srgbClr val="333333"/>
            </a:solidFill>
            <a:prstDash val="solid"/>
            <a:round/>
            <a:headEnd len="sm" w="sm" type="none"/>
            <a:tailEnd len="sm" w="sm" type="none"/>
          </a:ln>
        </p:spPr>
      </p:cxnSp>
      <p:grpSp>
        <p:nvGrpSpPr>
          <p:cNvPr id="60" name="Google Shape;60;p4"/>
          <p:cNvGrpSpPr/>
          <p:nvPr/>
        </p:nvGrpSpPr>
        <p:grpSpPr>
          <a:xfrm>
            <a:off x="1005530" y="3193110"/>
            <a:ext cx="4747644" cy="478409"/>
            <a:chOff x="0" y="-38100"/>
            <a:chExt cx="1250400" cy="126000"/>
          </a:xfrm>
        </p:grpSpPr>
        <p:sp>
          <p:nvSpPr>
            <p:cNvPr id="61" name="Google Shape;61;p4"/>
            <p:cNvSpPr/>
            <p:nvPr/>
          </p:nvSpPr>
          <p:spPr>
            <a:xfrm>
              <a:off x="0" y="0"/>
              <a:ext cx="1250389" cy="87858"/>
            </a:xfrm>
            <a:custGeom>
              <a:rect b="b" l="l" r="r" t="t"/>
              <a:pathLst>
                <a:path extrusionOk="0" h="87858" w="1250389">
                  <a:moveTo>
                    <a:pt x="0" y="0"/>
                  </a:moveTo>
                  <a:lnTo>
                    <a:pt x="1250389" y="0"/>
                  </a:lnTo>
                  <a:lnTo>
                    <a:pt x="1250389" y="87858"/>
                  </a:lnTo>
                  <a:lnTo>
                    <a:pt x="0" y="87858"/>
                  </a:lnTo>
                  <a:close/>
                </a:path>
              </a:pathLst>
            </a:custGeom>
            <a:solidFill>
              <a:srgbClr val="596548"/>
            </a:solidFill>
            <a:ln>
              <a:noFill/>
            </a:ln>
          </p:spPr>
        </p:sp>
        <p:sp>
          <p:nvSpPr>
            <p:cNvPr id="62" name="Google Shape;62;p4"/>
            <p:cNvSpPr txBox="1"/>
            <p:nvPr/>
          </p:nvSpPr>
          <p:spPr>
            <a:xfrm>
              <a:off x="0" y="-38100"/>
              <a:ext cx="1250400" cy="126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63" name="Google Shape;63;p4"/>
          <p:cNvGrpSpPr/>
          <p:nvPr/>
        </p:nvGrpSpPr>
        <p:grpSpPr>
          <a:xfrm>
            <a:off x="12511730" y="7058967"/>
            <a:ext cx="4747644" cy="478409"/>
            <a:chOff x="0" y="-38100"/>
            <a:chExt cx="1250400" cy="126000"/>
          </a:xfrm>
        </p:grpSpPr>
        <p:sp>
          <p:nvSpPr>
            <p:cNvPr id="64" name="Google Shape;64;p4"/>
            <p:cNvSpPr/>
            <p:nvPr/>
          </p:nvSpPr>
          <p:spPr>
            <a:xfrm>
              <a:off x="0" y="0"/>
              <a:ext cx="1250389" cy="87858"/>
            </a:xfrm>
            <a:custGeom>
              <a:rect b="b" l="l" r="r" t="t"/>
              <a:pathLst>
                <a:path extrusionOk="0" h="87858" w="1250389">
                  <a:moveTo>
                    <a:pt x="0" y="0"/>
                  </a:moveTo>
                  <a:lnTo>
                    <a:pt x="1250389" y="0"/>
                  </a:lnTo>
                  <a:lnTo>
                    <a:pt x="1250389" y="87858"/>
                  </a:lnTo>
                  <a:lnTo>
                    <a:pt x="0" y="87858"/>
                  </a:lnTo>
                  <a:close/>
                </a:path>
              </a:pathLst>
            </a:custGeom>
            <a:solidFill>
              <a:srgbClr val="596548"/>
            </a:solidFill>
            <a:ln>
              <a:noFill/>
            </a:ln>
          </p:spPr>
        </p:sp>
        <p:sp>
          <p:nvSpPr>
            <p:cNvPr id="65" name="Google Shape;65;p4"/>
            <p:cNvSpPr txBox="1"/>
            <p:nvPr/>
          </p:nvSpPr>
          <p:spPr>
            <a:xfrm>
              <a:off x="0" y="-38100"/>
              <a:ext cx="1250400" cy="126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66" name="Google Shape;66;p4"/>
          <p:cNvCxnSpPr/>
          <p:nvPr/>
        </p:nvCxnSpPr>
        <p:spPr>
          <a:xfrm>
            <a:off x="9144000" y="681279"/>
            <a:ext cx="0" cy="8173800"/>
          </a:xfrm>
          <a:prstGeom prst="straightConnector1">
            <a:avLst/>
          </a:prstGeom>
          <a:noFill/>
          <a:ln cap="flat" cmpd="sng" w="19050">
            <a:solidFill>
              <a:srgbClr val="333333"/>
            </a:solidFill>
            <a:prstDash val="solid"/>
            <a:round/>
            <a:headEnd len="sm" w="sm" type="none"/>
            <a:tailEnd len="sm" w="sm" type="none"/>
          </a:ln>
        </p:spPr>
      </p:cxnSp>
      <p:sp>
        <p:nvSpPr>
          <p:cNvPr id="67" name="Google Shape;67;p4"/>
          <p:cNvSpPr txBox="1"/>
          <p:nvPr>
            <p:ph type="title"/>
          </p:nvPr>
        </p:nvSpPr>
        <p:spPr>
          <a:xfrm>
            <a:off x="1005525" y="4168250"/>
            <a:ext cx="6355500" cy="1698600"/>
          </a:xfrm>
          <a:prstGeom prst="rect">
            <a:avLst/>
          </a:prstGeom>
        </p:spPr>
        <p:txBody>
          <a:bodyPr anchorCtr="0" anchor="t" bIns="0" lIns="0" spcFirstLastPara="1" rIns="0" wrap="square" tIns="0">
            <a:noAutofit/>
          </a:bodyPr>
          <a:lstStyle>
            <a:lvl1pPr lvl="0">
              <a:spcBef>
                <a:spcPts val="0"/>
              </a:spcBef>
              <a:spcAft>
                <a:spcPts val="0"/>
              </a:spcAft>
              <a:buSzPts val="11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4"/>
          <p:cNvSpPr txBox="1"/>
          <p:nvPr>
            <p:ph idx="1" type="body"/>
          </p:nvPr>
        </p:nvSpPr>
        <p:spPr>
          <a:xfrm>
            <a:off x="1005525" y="5866850"/>
            <a:ext cx="6966300" cy="2442900"/>
          </a:xfrm>
          <a:prstGeom prst="rect">
            <a:avLst/>
          </a:prstGeom>
        </p:spPr>
        <p:txBody>
          <a:bodyPr anchorCtr="0" anchor="t" bIns="0" lIns="0" spcFirstLastPara="1" rIns="0" wrap="square" tIns="0">
            <a:noAutofit/>
          </a:bodyPr>
          <a:lstStyle>
            <a:lvl1pPr indent="-361950" lvl="0" marL="457200">
              <a:spcBef>
                <a:spcPts val="640"/>
              </a:spcBef>
              <a:spcAft>
                <a:spcPts val="0"/>
              </a:spcAft>
              <a:buClr>
                <a:schemeClr val="lt2"/>
              </a:buClr>
              <a:buSzPts val="2100"/>
              <a:buChar char="•"/>
              <a:defRPr b="0" sz="2100">
                <a:solidFill>
                  <a:schemeClr val="lt2"/>
                </a:solidFill>
              </a:defRPr>
            </a:lvl1pPr>
            <a:lvl2pPr indent="-361950" lvl="1" marL="914400">
              <a:spcBef>
                <a:spcPts val="560"/>
              </a:spcBef>
              <a:spcAft>
                <a:spcPts val="0"/>
              </a:spcAft>
              <a:buClr>
                <a:schemeClr val="lt2"/>
              </a:buClr>
              <a:buSzPts val="2100"/>
              <a:buChar char="–"/>
              <a:defRPr>
                <a:solidFill>
                  <a:schemeClr val="lt2"/>
                </a:solidFill>
              </a:defRPr>
            </a:lvl2pPr>
            <a:lvl3pPr indent="-361950" lvl="2" marL="1371600">
              <a:spcBef>
                <a:spcPts val="480"/>
              </a:spcBef>
              <a:spcAft>
                <a:spcPts val="0"/>
              </a:spcAft>
              <a:buClr>
                <a:schemeClr val="lt2"/>
              </a:buClr>
              <a:buSzPts val="2100"/>
              <a:buChar char="•"/>
              <a:defRPr>
                <a:solidFill>
                  <a:schemeClr val="lt2"/>
                </a:solidFill>
              </a:defRPr>
            </a:lvl3pPr>
            <a:lvl4pPr indent="-361950" lvl="3" marL="1828800">
              <a:spcBef>
                <a:spcPts val="400"/>
              </a:spcBef>
              <a:spcAft>
                <a:spcPts val="0"/>
              </a:spcAft>
              <a:buClr>
                <a:schemeClr val="lt2"/>
              </a:buClr>
              <a:buSzPts val="2100"/>
              <a:buChar char="–"/>
              <a:defRPr>
                <a:solidFill>
                  <a:schemeClr val="lt2"/>
                </a:solidFill>
              </a:defRPr>
            </a:lvl4pPr>
            <a:lvl5pPr indent="-361950" lvl="4" marL="2286000">
              <a:spcBef>
                <a:spcPts val="400"/>
              </a:spcBef>
              <a:spcAft>
                <a:spcPts val="0"/>
              </a:spcAft>
              <a:buClr>
                <a:schemeClr val="lt2"/>
              </a:buClr>
              <a:buSzPts val="2100"/>
              <a:buChar char="»"/>
              <a:defRPr>
                <a:solidFill>
                  <a:schemeClr val="lt2"/>
                </a:solidFill>
              </a:defRPr>
            </a:lvl5pPr>
            <a:lvl6pPr indent="-361950" lvl="5" marL="2743200">
              <a:spcBef>
                <a:spcPts val="400"/>
              </a:spcBef>
              <a:spcAft>
                <a:spcPts val="0"/>
              </a:spcAft>
              <a:buClr>
                <a:schemeClr val="lt2"/>
              </a:buClr>
              <a:buSzPts val="2100"/>
              <a:buChar char="•"/>
              <a:defRPr>
                <a:solidFill>
                  <a:schemeClr val="lt2"/>
                </a:solidFill>
              </a:defRPr>
            </a:lvl6pPr>
            <a:lvl7pPr indent="-361950" lvl="6" marL="3200400">
              <a:spcBef>
                <a:spcPts val="400"/>
              </a:spcBef>
              <a:spcAft>
                <a:spcPts val="0"/>
              </a:spcAft>
              <a:buClr>
                <a:schemeClr val="lt2"/>
              </a:buClr>
              <a:buSzPts val="2100"/>
              <a:buChar char="•"/>
              <a:defRPr>
                <a:solidFill>
                  <a:schemeClr val="lt2"/>
                </a:solidFill>
              </a:defRPr>
            </a:lvl7pPr>
            <a:lvl8pPr indent="-361950" lvl="7" marL="3657600">
              <a:spcBef>
                <a:spcPts val="400"/>
              </a:spcBef>
              <a:spcAft>
                <a:spcPts val="0"/>
              </a:spcAft>
              <a:buClr>
                <a:schemeClr val="lt2"/>
              </a:buClr>
              <a:buSzPts val="2100"/>
              <a:buChar char="•"/>
              <a:defRPr>
                <a:solidFill>
                  <a:schemeClr val="lt2"/>
                </a:solidFill>
              </a:defRPr>
            </a:lvl8pPr>
            <a:lvl9pPr indent="-361950" lvl="8" marL="4114800">
              <a:spcBef>
                <a:spcPts val="400"/>
              </a:spcBef>
              <a:spcAft>
                <a:spcPts val="0"/>
              </a:spcAft>
              <a:buClr>
                <a:schemeClr val="lt2"/>
              </a:buClr>
              <a:buSzPts val="2100"/>
              <a:buChar char="•"/>
              <a:defRPr>
                <a:solidFill>
                  <a:schemeClr val="lt2"/>
                </a:solidFill>
              </a:defRPr>
            </a:lvl9pPr>
          </a:lstStyle>
          <a:p/>
        </p:txBody>
      </p:sp>
      <p:sp>
        <p:nvSpPr>
          <p:cNvPr id="69" name="Google Shape;69;p4"/>
          <p:cNvSpPr txBox="1"/>
          <p:nvPr>
            <p:ph idx="2" type="title"/>
          </p:nvPr>
        </p:nvSpPr>
        <p:spPr>
          <a:xfrm>
            <a:off x="10999275" y="2240600"/>
            <a:ext cx="6260100" cy="1374300"/>
          </a:xfrm>
          <a:prstGeom prst="rect">
            <a:avLst/>
          </a:prstGeom>
        </p:spPr>
        <p:txBody>
          <a:bodyPr anchorCtr="0" anchor="t" bIns="0" lIns="0" spcFirstLastPara="1" rIns="0" wrap="square" tIns="0">
            <a:noAutofit/>
          </a:bodyPr>
          <a:lstStyle>
            <a:lvl1pPr lvl="0" algn="r">
              <a:spcBef>
                <a:spcPts val="0"/>
              </a:spcBef>
              <a:spcAft>
                <a:spcPts val="0"/>
              </a:spcAft>
              <a:buSzPts val="11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4"/>
          <p:cNvSpPr txBox="1"/>
          <p:nvPr>
            <p:ph idx="3" type="body"/>
          </p:nvPr>
        </p:nvSpPr>
        <p:spPr>
          <a:xfrm>
            <a:off x="10674825" y="3901025"/>
            <a:ext cx="6527100" cy="2442900"/>
          </a:xfrm>
          <a:prstGeom prst="rect">
            <a:avLst/>
          </a:prstGeom>
        </p:spPr>
        <p:txBody>
          <a:bodyPr anchorCtr="0" anchor="t" bIns="0" lIns="0" spcFirstLastPara="1" rIns="0" wrap="square" tIns="0">
            <a:noAutofit/>
          </a:bodyPr>
          <a:lstStyle>
            <a:lvl1pPr indent="-361950" lvl="0" marL="457200" algn="r">
              <a:spcBef>
                <a:spcPts val="640"/>
              </a:spcBef>
              <a:spcAft>
                <a:spcPts val="0"/>
              </a:spcAft>
              <a:buClr>
                <a:schemeClr val="lt2"/>
              </a:buClr>
              <a:buSzPts val="2100"/>
              <a:buChar char="•"/>
              <a:defRPr b="0" sz="2100">
                <a:solidFill>
                  <a:schemeClr val="lt2"/>
                </a:solidFill>
              </a:defRPr>
            </a:lvl1pPr>
            <a:lvl2pPr indent="-361950" lvl="1" marL="914400" algn="r">
              <a:spcBef>
                <a:spcPts val="560"/>
              </a:spcBef>
              <a:spcAft>
                <a:spcPts val="0"/>
              </a:spcAft>
              <a:buClr>
                <a:schemeClr val="lt2"/>
              </a:buClr>
              <a:buSzPts val="2100"/>
              <a:buChar char="–"/>
              <a:defRPr>
                <a:solidFill>
                  <a:schemeClr val="lt2"/>
                </a:solidFill>
              </a:defRPr>
            </a:lvl2pPr>
            <a:lvl3pPr indent="-361950" lvl="2" marL="1371600" algn="r">
              <a:spcBef>
                <a:spcPts val="480"/>
              </a:spcBef>
              <a:spcAft>
                <a:spcPts val="0"/>
              </a:spcAft>
              <a:buClr>
                <a:schemeClr val="lt2"/>
              </a:buClr>
              <a:buSzPts val="2100"/>
              <a:buChar char="•"/>
              <a:defRPr>
                <a:solidFill>
                  <a:schemeClr val="lt2"/>
                </a:solidFill>
              </a:defRPr>
            </a:lvl3pPr>
            <a:lvl4pPr indent="-361950" lvl="3" marL="1828800" algn="r">
              <a:spcBef>
                <a:spcPts val="400"/>
              </a:spcBef>
              <a:spcAft>
                <a:spcPts val="0"/>
              </a:spcAft>
              <a:buClr>
                <a:schemeClr val="lt2"/>
              </a:buClr>
              <a:buSzPts val="2100"/>
              <a:buChar char="–"/>
              <a:defRPr>
                <a:solidFill>
                  <a:schemeClr val="lt2"/>
                </a:solidFill>
              </a:defRPr>
            </a:lvl4pPr>
            <a:lvl5pPr indent="-361950" lvl="4" marL="2286000" algn="r">
              <a:spcBef>
                <a:spcPts val="400"/>
              </a:spcBef>
              <a:spcAft>
                <a:spcPts val="0"/>
              </a:spcAft>
              <a:buClr>
                <a:schemeClr val="lt2"/>
              </a:buClr>
              <a:buSzPts val="2100"/>
              <a:buChar char="»"/>
              <a:defRPr>
                <a:solidFill>
                  <a:schemeClr val="lt2"/>
                </a:solidFill>
              </a:defRPr>
            </a:lvl5pPr>
            <a:lvl6pPr indent="-361950" lvl="5" marL="2743200" algn="r">
              <a:spcBef>
                <a:spcPts val="400"/>
              </a:spcBef>
              <a:spcAft>
                <a:spcPts val="0"/>
              </a:spcAft>
              <a:buClr>
                <a:schemeClr val="lt2"/>
              </a:buClr>
              <a:buSzPts val="2100"/>
              <a:buChar char="•"/>
              <a:defRPr>
                <a:solidFill>
                  <a:schemeClr val="lt2"/>
                </a:solidFill>
              </a:defRPr>
            </a:lvl6pPr>
            <a:lvl7pPr indent="-361950" lvl="6" marL="3200400" algn="r">
              <a:spcBef>
                <a:spcPts val="400"/>
              </a:spcBef>
              <a:spcAft>
                <a:spcPts val="0"/>
              </a:spcAft>
              <a:buClr>
                <a:schemeClr val="lt2"/>
              </a:buClr>
              <a:buSzPts val="2100"/>
              <a:buChar char="•"/>
              <a:defRPr>
                <a:solidFill>
                  <a:schemeClr val="lt2"/>
                </a:solidFill>
              </a:defRPr>
            </a:lvl7pPr>
            <a:lvl8pPr indent="-361950" lvl="7" marL="3657600" algn="r">
              <a:spcBef>
                <a:spcPts val="400"/>
              </a:spcBef>
              <a:spcAft>
                <a:spcPts val="0"/>
              </a:spcAft>
              <a:buClr>
                <a:schemeClr val="lt2"/>
              </a:buClr>
              <a:buSzPts val="2100"/>
              <a:buChar char="•"/>
              <a:defRPr>
                <a:solidFill>
                  <a:schemeClr val="lt2"/>
                </a:solidFill>
              </a:defRPr>
            </a:lvl8pPr>
            <a:lvl9pPr indent="-361950" lvl="8" marL="4114800" algn="r">
              <a:spcBef>
                <a:spcPts val="400"/>
              </a:spcBef>
              <a:spcAft>
                <a:spcPts val="0"/>
              </a:spcAft>
              <a:buClr>
                <a:schemeClr val="lt2"/>
              </a:buClr>
              <a:buSzPts val="2100"/>
              <a:buChar char="•"/>
              <a:defRPr>
                <a:solidFill>
                  <a:schemeClr val="lt2"/>
                </a:solidFill>
              </a:defRPr>
            </a:lvl9pPr>
          </a:lstStyle>
          <a:p/>
        </p:txBody>
      </p:sp>
      <p:sp>
        <p:nvSpPr>
          <p:cNvPr id="71" name="Google Shape;71;p4"/>
          <p:cNvSpPr txBox="1"/>
          <p:nvPr>
            <p:ph idx="4" type="body"/>
          </p:nvPr>
        </p:nvSpPr>
        <p:spPr>
          <a:xfrm>
            <a:off x="670013" y="766213"/>
            <a:ext cx="5496600" cy="413100"/>
          </a:xfrm>
          <a:prstGeom prst="rect">
            <a:avLst/>
          </a:prstGeom>
        </p:spPr>
        <p:txBody>
          <a:bodyPr anchorCtr="0" anchor="t" bIns="0" lIns="0" spcFirstLastPara="1" rIns="0" wrap="square" tIns="0">
            <a:noAutofit/>
          </a:bodyPr>
          <a:lstStyle>
            <a:lvl1pPr indent="-361950" lvl="0" marL="457200" rtl="0">
              <a:spcBef>
                <a:spcPts val="640"/>
              </a:spcBef>
              <a:spcAft>
                <a:spcPts val="0"/>
              </a:spcAft>
              <a:buClr>
                <a:schemeClr val="lt2"/>
              </a:buClr>
              <a:buSzPts val="2100"/>
              <a:buChar char="•"/>
              <a:defRPr b="0" sz="2100">
                <a:solidFill>
                  <a:schemeClr val="lt2"/>
                </a:solidFill>
              </a:defRPr>
            </a:lvl1pPr>
            <a:lvl2pPr indent="-361950" lvl="1" marL="914400" rtl="0">
              <a:spcBef>
                <a:spcPts val="560"/>
              </a:spcBef>
              <a:spcAft>
                <a:spcPts val="0"/>
              </a:spcAft>
              <a:buClr>
                <a:schemeClr val="lt2"/>
              </a:buClr>
              <a:buSzPts val="2100"/>
              <a:buChar char="–"/>
              <a:defRPr>
                <a:solidFill>
                  <a:schemeClr val="lt2"/>
                </a:solidFill>
              </a:defRPr>
            </a:lvl2pPr>
            <a:lvl3pPr indent="-361950" lvl="2" marL="1371600" rtl="0">
              <a:spcBef>
                <a:spcPts val="480"/>
              </a:spcBef>
              <a:spcAft>
                <a:spcPts val="0"/>
              </a:spcAft>
              <a:buClr>
                <a:schemeClr val="lt2"/>
              </a:buClr>
              <a:buSzPts val="2100"/>
              <a:buChar char="•"/>
              <a:defRPr>
                <a:solidFill>
                  <a:schemeClr val="lt2"/>
                </a:solidFill>
              </a:defRPr>
            </a:lvl3pPr>
            <a:lvl4pPr indent="-361950" lvl="3" marL="1828800" rtl="0">
              <a:spcBef>
                <a:spcPts val="400"/>
              </a:spcBef>
              <a:spcAft>
                <a:spcPts val="0"/>
              </a:spcAft>
              <a:buClr>
                <a:schemeClr val="lt2"/>
              </a:buClr>
              <a:buSzPts val="2100"/>
              <a:buChar char="–"/>
              <a:defRPr>
                <a:solidFill>
                  <a:schemeClr val="lt2"/>
                </a:solidFill>
              </a:defRPr>
            </a:lvl4pPr>
            <a:lvl5pPr indent="-361950" lvl="4" marL="2286000" rtl="0">
              <a:spcBef>
                <a:spcPts val="400"/>
              </a:spcBef>
              <a:spcAft>
                <a:spcPts val="0"/>
              </a:spcAft>
              <a:buClr>
                <a:schemeClr val="lt2"/>
              </a:buClr>
              <a:buSzPts val="2100"/>
              <a:buChar char="»"/>
              <a:defRPr>
                <a:solidFill>
                  <a:schemeClr val="lt2"/>
                </a:solidFill>
              </a:defRPr>
            </a:lvl5pPr>
            <a:lvl6pPr indent="-361950" lvl="5" marL="2743200" rtl="0">
              <a:spcBef>
                <a:spcPts val="400"/>
              </a:spcBef>
              <a:spcAft>
                <a:spcPts val="0"/>
              </a:spcAft>
              <a:buClr>
                <a:schemeClr val="lt2"/>
              </a:buClr>
              <a:buSzPts val="2100"/>
              <a:buChar char="•"/>
              <a:defRPr>
                <a:solidFill>
                  <a:schemeClr val="lt2"/>
                </a:solidFill>
              </a:defRPr>
            </a:lvl6pPr>
            <a:lvl7pPr indent="-361950" lvl="6" marL="3200400" rtl="0">
              <a:spcBef>
                <a:spcPts val="400"/>
              </a:spcBef>
              <a:spcAft>
                <a:spcPts val="0"/>
              </a:spcAft>
              <a:buClr>
                <a:schemeClr val="lt2"/>
              </a:buClr>
              <a:buSzPts val="2100"/>
              <a:buChar char="•"/>
              <a:defRPr>
                <a:solidFill>
                  <a:schemeClr val="lt2"/>
                </a:solidFill>
              </a:defRPr>
            </a:lvl7pPr>
            <a:lvl8pPr indent="-361950" lvl="7" marL="3657600" rtl="0">
              <a:spcBef>
                <a:spcPts val="400"/>
              </a:spcBef>
              <a:spcAft>
                <a:spcPts val="0"/>
              </a:spcAft>
              <a:buClr>
                <a:schemeClr val="lt2"/>
              </a:buClr>
              <a:buSzPts val="2100"/>
              <a:buChar char="•"/>
              <a:defRPr>
                <a:solidFill>
                  <a:schemeClr val="lt2"/>
                </a:solidFill>
              </a:defRPr>
            </a:lvl8pPr>
            <a:lvl9pPr indent="-361950" lvl="8" marL="4114800" rtl="0">
              <a:spcBef>
                <a:spcPts val="400"/>
              </a:spcBef>
              <a:spcAft>
                <a:spcPts val="0"/>
              </a:spcAft>
              <a:buClr>
                <a:schemeClr val="lt2"/>
              </a:buClr>
              <a:buSzPts val="2100"/>
              <a:buChar char="•"/>
              <a:defRPr>
                <a:solidFill>
                  <a:schemeClr val="lt2"/>
                </a:solidFill>
              </a:defRPr>
            </a:lvl9pPr>
          </a:lstStyle>
          <a:p/>
        </p:txBody>
      </p:sp>
      <p:sp>
        <p:nvSpPr>
          <p:cNvPr id="72" name="Google Shape;72;p4"/>
          <p:cNvSpPr txBox="1"/>
          <p:nvPr>
            <p:ph idx="5" type="body"/>
          </p:nvPr>
        </p:nvSpPr>
        <p:spPr>
          <a:xfrm>
            <a:off x="12617438" y="817225"/>
            <a:ext cx="5019600" cy="362100"/>
          </a:xfrm>
          <a:prstGeom prst="rect">
            <a:avLst/>
          </a:prstGeom>
        </p:spPr>
        <p:txBody>
          <a:bodyPr anchorCtr="0" anchor="t" bIns="0" lIns="0" spcFirstLastPara="1" rIns="0" wrap="square" tIns="0">
            <a:noAutofit/>
          </a:bodyPr>
          <a:lstStyle>
            <a:lvl1pPr indent="-361950" lvl="0" marL="457200" rtl="0" algn="r">
              <a:spcBef>
                <a:spcPts val="640"/>
              </a:spcBef>
              <a:spcAft>
                <a:spcPts val="0"/>
              </a:spcAft>
              <a:buClr>
                <a:schemeClr val="lt2"/>
              </a:buClr>
              <a:buSzPts val="2100"/>
              <a:buChar char="•"/>
              <a:defRPr b="0" sz="2100">
                <a:solidFill>
                  <a:schemeClr val="lt2"/>
                </a:solidFill>
              </a:defRPr>
            </a:lvl1pPr>
            <a:lvl2pPr indent="-361950" lvl="1" marL="914400" rtl="0" algn="r">
              <a:spcBef>
                <a:spcPts val="560"/>
              </a:spcBef>
              <a:spcAft>
                <a:spcPts val="0"/>
              </a:spcAft>
              <a:buClr>
                <a:schemeClr val="lt2"/>
              </a:buClr>
              <a:buSzPts val="2100"/>
              <a:buChar char="–"/>
              <a:defRPr>
                <a:solidFill>
                  <a:schemeClr val="lt2"/>
                </a:solidFill>
              </a:defRPr>
            </a:lvl2pPr>
            <a:lvl3pPr indent="-361950" lvl="2" marL="1371600" rtl="0" algn="r">
              <a:spcBef>
                <a:spcPts val="480"/>
              </a:spcBef>
              <a:spcAft>
                <a:spcPts val="0"/>
              </a:spcAft>
              <a:buClr>
                <a:schemeClr val="lt2"/>
              </a:buClr>
              <a:buSzPts val="2100"/>
              <a:buChar char="•"/>
              <a:defRPr>
                <a:solidFill>
                  <a:schemeClr val="lt2"/>
                </a:solidFill>
              </a:defRPr>
            </a:lvl3pPr>
            <a:lvl4pPr indent="-361950" lvl="3" marL="1828800" rtl="0" algn="r">
              <a:spcBef>
                <a:spcPts val="400"/>
              </a:spcBef>
              <a:spcAft>
                <a:spcPts val="0"/>
              </a:spcAft>
              <a:buClr>
                <a:schemeClr val="lt2"/>
              </a:buClr>
              <a:buSzPts val="2100"/>
              <a:buChar char="–"/>
              <a:defRPr>
                <a:solidFill>
                  <a:schemeClr val="lt2"/>
                </a:solidFill>
              </a:defRPr>
            </a:lvl4pPr>
            <a:lvl5pPr indent="-361950" lvl="4" marL="2286000" rtl="0" algn="r">
              <a:spcBef>
                <a:spcPts val="400"/>
              </a:spcBef>
              <a:spcAft>
                <a:spcPts val="0"/>
              </a:spcAft>
              <a:buClr>
                <a:schemeClr val="lt2"/>
              </a:buClr>
              <a:buSzPts val="2100"/>
              <a:buChar char="»"/>
              <a:defRPr>
                <a:solidFill>
                  <a:schemeClr val="lt2"/>
                </a:solidFill>
              </a:defRPr>
            </a:lvl5pPr>
            <a:lvl6pPr indent="-361950" lvl="5" marL="2743200" rtl="0" algn="r">
              <a:spcBef>
                <a:spcPts val="400"/>
              </a:spcBef>
              <a:spcAft>
                <a:spcPts val="0"/>
              </a:spcAft>
              <a:buClr>
                <a:schemeClr val="lt2"/>
              </a:buClr>
              <a:buSzPts val="2100"/>
              <a:buChar char="•"/>
              <a:defRPr>
                <a:solidFill>
                  <a:schemeClr val="lt2"/>
                </a:solidFill>
              </a:defRPr>
            </a:lvl6pPr>
            <a:lvl7pPr indent="-361950" lvl="6" marL="3200400" rtl="0" algn="r">
              <a:spcBef>
                <a:spcPts val="400"/>
              </a:spcBef>
              <a:spcAft>
                <a:spcPts val="0"/>
              </a:spcAft>
              <a:buClr>
                <a:schemeClr val="lt2"/>
              </a:buClr>
              <a:buSzPts val="2100"/>
              <a:buChar char="•"/>
              <a:defRPr>
                <a:solidFill>
                  <a:schemeClr val="lt2"/>
                </a:solidFill>
              </a:defRPr>
            </a:lvl7pPr>
            <a:lvl8pPr indent="-361950" lvl="7" marL="3657600" rtl="0" algn="r">
              <a:spcBef>
                <a:spcPts val="400"/>
              </a:spcBef>
              <a:spcAft>
                <a:spcPts val="0"/>
              </a:spcAft>
              <a:buClr>
                <a:schemeClr val="lt2"/>
              </a:buClr>
              <a:buSzPts val="2100"/>
              <a:buChar char="•"/>
              <a:defRPr>
                <a:solidFill>
                  <a:schemeClr val="lt2"/>
                </a:solidFill>
              </a:defRPr>
            </a:lvl8pPr>
            <a:lvl9pPr indent="-361950" lvl="8" marL="4114800" rtl="0" algn="r">
              <a:spcBef>
                <a:spcPts val="400"/>
              </a:spcBef>
              <a:spcAft>
                <a:spcPts val="0"/>
              </a:spcAft>
              <a:buClr>
                <a:schemeClr val="lt2"/>
              </a:buClr>
              <a:buSzPts val="2100"/>
              <a:buChar char="•"/>
              <a:defRPr>
                <a:solidFill>
                  <a:schemeClr val="lt2"/>
                </a:solidFill>
              </a:defRPr>
            </a:lvl9pPr>
          </a:lstStyle>
          <a:p/>
        </p:txBody>
      </p:sp>
      <p:sp>
        <p:nvSpPr>
          <p:cNvPr id="73" name="Google Shape;73;p4"/>
          <p:cNvSpPr txBox="1"/>
          <p:nvPr/>
        </p:nvSpPr>
        <p:spPr>
          <a:xfrm>
            <a:off x="8741225" y="9016050"/>
            <a:ext cx="763500" cy="362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400">
                <a:solidFill>
                  <a:schemeClr val="dk1"/>
                </a:solidFill>
                <a:latin typeface="Playfair Display"/>
                <a:ea typeface="Playfair Display"/>
                <a:cs typeface="Playfair Display"/>
                <a:sym typeface="Playfair Display"/>
              </a:rPr>
              <a:t>00</a:t>
            </a:r>
            <a:endParaRPr b="1" sz="2400">
              <a:solidFill>
                <a:schemeClr val="lt2"/>
              </a:solidFill>
              <a:latin typeface="Playfair Display"/>
              <a:ea typeface="Playfair Display"/>
              <a:cs typeface="Playfair Display"/>
              <a:sym typeface="Playfair Display"/>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p:cSld name="CUSTOM_3">
    <p:spTree>
      <p:nvGrpSpPr>
        <p:cNvPr id="74" name="Shape 74"/>
        <p:cNvGrpSpPr/>
        <p:nvPr/>
      </p:nvGrpSpPr>
      <p:grpSpPr>
        <a:xfrm>
          <a:off x="0" y="0"/>
          <a:ext cx="0" cy="0"/>
          <a:chOff x="0" y="0"/>
          <a:chExt cx="0" cy="0"/>
        </a:xfrm>
      </p:grpSpPr>
      <p:sp>
        <p:nvSpPr>
          <p:cNvPr id="75" name="Google Shape;75;p5"/>
          <p:cNvSpPr/>
          <p:nvPr>
            <p:ph idx="2" type="pic"/>
          </p:nvPr>
        </p:nvSpPr>
        <p:spPr>
          <a:xfrm>
            <a:off x="19075" y="1362700"/>
            <a:ext cx="18288000" cy="8910900"/>
          </a:xfrm>
          <a:prstGeom prst="rect">
            <a:avLst/>
          </a:prstGeom>
          <a:noFill/>
          <a:ln>
            <a:noFill/>
          </a:ln>
        </p:spPr>
      </p:sp>
      <p:grpSp>
        <p:nvGrpSpPr>
          <p:cNvPr id="76" name="Google Shape;76;p5"/>
          <p:cNvGrpSpPr/>
          <p:nvPr/>
        </p:nvGrpSpPr>
        <p:grpSpPr>
          <a:xfrm>
            <a:off x="0" y="500452"/>
            <a:ext cx="18288118" cy="866149"/>
            <a:chOff x="0" y="-47625"/>
            <a:chExt cx="4816592" cy="228120"/>
          </a:xfrm>
        </p:grpSpPr>
        <p:sp>
          <p:nvSpPr>
            <p:cNvPr id="77" name="Google Shape;77;p5"/>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BFCDAC"/>
            </a:solidFill>
            <a:ln>
              <a:noFill/>
            </a:ln>
          </p:spPr>
        </p:sp>
        <p:sp>
          <p:nvSpPr>
            <p:cNvPr id="78" name="Google Shape;78;p5"/>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79" name="Google Shape;79;p5"/>
          <p:cNvCxnSpPr/>
          <p:nvPr/>
        </p:nvCxnSpPr>
        <p:spPr>
          <a:xfrm>
            <a:off x="9144000" y="700329"/>
            <a:ext cx="0" cy="666300"/>
          </a:xfrm>
          <a:prstGeom prst="straightConnector1">
            <a:avLst/>
          </a:prstGeom>
          <a:noFill/>
          <a:ln cap="flat" cmpd="sng" w="19050">
            <a:solidFill>
              <a:srgbClr val="333333"/>
            </a:solidFill>
            <a:prstDash val="solid"/>
            <a:round/>
            <a:headEnd len="sm" w="sm" type="none"/>
            <a:tailEnd len="sm" w="sm" type="none"/>
          </a:ln>
        </p:spPr>
      </p:cxnSp>
      <p:cxnSp>
        <p:nvCxnSpPr>
          <p:cNvPr id="80" name="Google Shape;80;p5"/>
          <p:cNvCxnSpPr/>
          <p:nvPr/>
        </p:nvCxnSpPr>
        <p:spPr>
          <a:xfrm>
            <a:off x="0" y="690804"/>
            <a:ext cx="18288000" cy="0"/>
          </a:xfrm>
          <a:prstGeom prst="straightConnector1">
            <a:avLst/>
          </a:prstGeom>
          <a:noFill/>
          <a:ln cap="flat" cmpd="sng" w="19050">
            <a:solidFill>
              <a:srgbClr val="333333"/>
            </a:solidFill>
            <a:prstDash val="solid"/>
            <a:round/>
            <a:headEnd len="sm" w="sm" type="none"/>
            <a:tailEnd len="sm" w="sm" type="none"/>
          </a:ln>
        </p:spPr>
      </p:cxnSp>
      <p:cxnSp>
        <p:nvCxnSpPr>
          <p:cNvPr id="81" name="Google Shape;81;p5"/>
          <p:cNvCxnSpPr/>
          <p:nvPr/>
        </p:nvCxnSpPr>
        <p:spPr>
          <a:xfrm>
            <a:off x="0" y="685317"/>
            <a:ext cx="18288000" cy="0"/>
          </a:xfrm>
          <a:prstGeom prst="straightConnector1">
            <a:avLst/>
          </a:prstGeom>
          <a:noFill/>
          <a:ln cap="flat" cmpd="sng" w="19050">
            <a:solidFill>
              <a:srgbClr val="333333"/>
            </a:solidFill>
            <a:prstDash val="solid"/>
            <a:round/>
            <a:headEnd len="sm" w="sm" type="none"/>
            <a:tailEnd len="sm" w="sm" type="none"/>
          </a:ln>
        </p:spPr>
      </p:cxnSp>
      <p:cxnSp>
        <p:nvCxnSpPr>
          <p:cNvPr id="82" name="Google Shape;82;p5"/>
          <p:cNvCxnSpPr/>
          <p:nvPr/>
        </p:nvCxnSpPr>
        <p:spPr>
          <a:xfrm>
            <a:off x="0" y="1357071"/>
            <a:ext cx="18288000" cy="0"/>
          </a:xfrm>
          <a:prstGeom prst="straightConnector1">
            <a:avLst/>
          </a:prstGeom>
          <a:noFill/>
          <a:ln cap="flat" cmpd="sng" w="19050">
            <a:solidFill>
              <a:srgbClr val="333333"/>
            </a:solidFill>
            <a:prstDash val="solid"/>
            <a:round/>
            <a:headEnd len="sm" w="sm" type="none"/>
            <a:tailEnd len="sm" w="sm" type="none"/>
          </a:ln>
        </p:spPr>
      </p:cxnSp>
      <p:grpSp>
        <p:nvGrpSpPr>
          <p:cNvPr id="83" name="Google Shape;83;p5"/>
          <p:cNvGrpSpPr/>
          <p:nvPr/>
        </p:nvGrpSpPr>
        <p:grpSpPr>
          <a:xfrm>
            <a:off x="817615" y="3904748"/>
            <a:ext cx="8326602" cy="3708987"/>
            <a:chOff x="0" y="-38100"/>
            <a:chExt cx="2193000" cy="976846"/>
          </a:xfrm>
        </p:grpSpPr>
        <p:sp>
          <p:nvSpPr>
            <p:cNvPr id="84" name="Google Shape;84;p5"/>
            <p:cNvSpPr/>
            <p:nvPr/>
          </p:nvSpPr>
          <p:spPr>
            <a:xfrm>
              <a:off x="0" y="0"/>
              <a:ext cx="2192957" cy="938746"/>
            </a:xfrm>
            <a:custGeom>
              <a:rect b="b" l="l" r="r" t="t"/>
              <a:pathLst>
                <a:path extrusionOk="0" h="938746" w="2192957">
                  <a:moveTo>
                    <a:pt x="0" y="0"/>
                  </a:moveTo>
                  <a:lnTo>
                    <a:pt x="2192957" y="0"/>
                  </a:lnTo>
                  <a:lnTo>
                    <a:pt x="2192957" y="938746"/>
                  </a:lnTo>
                  <a:lnTo>
                    <a:pt x="0" y="938746"/>
                  </a:lnTo>
                  <a:close/>
                </a:path>
              </a:pathLst>
            </a:custGeom>
            <a:solidFill>
              <a:srgbClr val="000000">
                <a:alpha val="0"/>
              </a:srgbClr>
            </a:solidFill>
            <a:ln cap="sq" cmpd="sng" w="19050">
              <a:solidFill>
                <a:srgbClr val="F8F3E2"/>
              </a:solidFill>
              <a:prstDash val="solid"/>
              <a:miter lim="8000"/>
              <a:headEnd len="sm" w="sm" type="none"/>
              <a:tailEnd len="sm" w="sm" type="none"/>
            </a:ln>
          </p:spPr>
        </p:sp>
        <p:sp>
          <p:nvSpPr>
            <p:cNvPr id="85" name="Google Shape;85;p5"/>
            <p:cNvSpPr txBox="1"/>
            <p:nvPr/>
          </p:nvSpPr>
          <p:spPr>
            <a:xfrm>
              <a:off x="0" y="-38100"/>
              <a:ext cx="2193000" cy="9768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6" name="Google Shape;86;p5"/>
          <p:cNvSpPr txBox="1"/>
          <p:nvPr>
            <p:ph type="title"/>
          </p:nvPr>
        </p:nvSpPr>
        <p:spPr>
          <a:xfrm>
            <a:off x="1297800" y="4492700"/>
            <a:ext cx="7347900" cy="17178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11000"/>
              <a:buNone/>
              <a:defRPr>
                <a:solidFill>
                  <a:schemeClr val="accent5"/>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5"/>
          <p:cNvSpPr txBox="1"/>
          <p:nvPr>
            <p:ph idx="1" type="subTitle"/>
          </p:nvPr>
        </p:nvSpPr>
        <p:spPr>
          <a:xfrm>
            <a:off x="1431400" y="6382150"/>
            <a:ext cx="6450900" cy="866100"/>
          </a:xfrm>
          <a:prstGeom prst="rect">
            <a:avLst/>
          </a:prstGeom>
        </p:spPr>
        <p:txBody>
          <a:bodyPr anchorCtr="0" anchor="t" bIns="0" lIns="0" spcFirstLastPara="1" rIns="0" wrap="square" tIns="0">
            <a:noAutofit/>
          </a:bodyPr>
          <a:lstStyle>
            <a:lvl1pPr lvl="0">
              <a:spcBef>
                <a:spcPts val="640"/>
              </a:spcBef>
              <a:spcAft>
                <a:spcPts val="0"/>
              </a:spcAft>
              <a:buClr>
                <a:schemeClr val="accent5"/>
              </a:buClr>
              <a:buSzPts val="3200"/>
              <a:buNone/>
              <a:defRPr>
                <a:solidFill>
                  <a:schemeClr val="accent5"/>
                </a:solidFill>
              </a:defRPr>
            </a:lvl1pPr>
            <a:lvl2pPr lvl="1">
              <a:spcBef>
                <a:spcPts val="560"/>
              </a:spcBef>
              <a:spcAft>
                <a:spcPts val="0"/>
              </a:spcAft>
              <a:buSzPts val="2100"/>
              <a:buNone/>
              <a:defRPr/>
            </a:lvl2pPr>
            <a:lvl3pPr lvl="2">
              <a:spcBef>
                <a:spcPts val="480"/>
              </a:spcBef>
              <a:spcAft>
                <a:spcPts val="0"/>
              </a:spcAft>
              <a:buSzPts val="2100"/>
              <a:buNone/>
              <a:defRPr/>
            </a:lvl3pPr>
            <a:lvl4pPr lvl="3">
              <a:spcBef>
                <a:spcPts val="400"/>
              </a:spcBef>
              <a:spcAft>
                <a:spcPts val="0"/>
              </a:spcAft>
              <a:buSzPts val="2100"/>
              <a:buNone/>
              <a:defRPr/>
            </a:lvl4pPr>
            <a:lvl5pPr lvl="4">
              <a:spcBef>
                <a:spcPts val="400"/>
              </a:spcBef>
              <a:spcAft>
                <a:spcPts val="0"/>
              </a:spcAft>
              <a:buSzPts val="2100"/>
              <a:buNone/>
              <a:defRPr/>
            </a:lvl5pPr>
            <a:lvl6pPr lvl="5">
              <a:spcBef>
                <a:spcPts val="400"/>
              </a:spcBef>
              <a:spcAft>
                <a:spcPts val="0"/>
              </a:spcAft>
              <a:buSzPts val="2100"/>
              <a:buNone/>
              <a:defRPr/>
            </a:lvl6pPr>
            <a:lvl7pPr lvl="6">
              <a:spcBef>
                <a:spcPts val="400"/>
              </a:spcBef>
              <a:spcAft>
                <a:spcPts val="0"/>
              </a:spcAft>
              <a:buSzPts val="2100"/>
              <a:buNone/>
              <a:defRPr/>
            </a:lvl7pPr>
            <a:lvl8pPr lvl="7">
              <a:spcBef>
                <a:spcPts val="400"/>
              </a:spcBef>
              <a:spcAft>
                <a:spcPts val="0"/>
              </a:spcAft>
              <a:buSzPts val="2100"/>
              <a:buNone/>
              <a:defRPr/>
            </a:lvl8pPr>
            <a:lvl9pPr lvl="8">
              <a:spcBef>
                <a:spcPts val="400"/>
              </a:spcBef>
              <a:spcAft>
                <a:spcPts val="0"/>
              </a:spcAft>
              <a:buSzPts val="2100"/>
              <a:buNone/>
              <a:defRPr/>
            </a:lvl9pPr>
          </a:lstStyle>
          <a:p/>
        </p:txBody>
      </p:sp>
      <p:sp>
        <p:nvSpPr>
          <p:cNvPr id="88" name="Google Shape;88;p5"/>
          <p:cNvSpPr txBox="1"/>
          <p:nvPr>
            <p:ph idx="3" type="body"/>
          </p:nvPr>
        </p:nvSpPr>
        <p:spPr>
          <a:xfrm>
            <a:off x="670013" y="766213"/>
            <a:ext cx="5496600" cy="413100"/>
          </a:xfrm>
          <a:prstGeom prst="rect">
            <a:avLst/>
          </a:prstGeom>
        </p:spPr>
        <p:txBody>
          <a:bodyPr anchorCtr="0" anchor="t" bIns="0" lIns="0" spcFirstLastPara="1" rIns="0" wrap="square" tIns="0">
            <a:noAutofit/>
          </a:bodyPr>
          <a:lstStyle>
            <a:lvl1pPr indent="-361950" lvl="0" marL="457200" rtl="0">
              <a:spcBef>
                <a:spcPts val="640"/>
              </a:spcBef>
              <a:spcAft>
                <a:spcPts val="0"/>
              </a:spcAft>
              <a:buClr>
                <a:schemeClr val="lt2"/>
              </a:buClr>
              <a:buSzPts val="2100"/>
              <a:buChar char="•"/>
              <a:defRPr b="0" sz="2100">
                <a:solidFill>
                  <a:schemeClr val="lt2"/>
                </a:solidFill>
              </a:defRPr>
            </a:lvl1pPr>
            <a:lvl2pPr indent="-361950" lvl="1" marL="914400" rtl="0">
              <a:spcBef>
                <a:spcPts val="560"/>
              </a:spcBef>
              <a:spcAft>
                <a:spcPts val="0"/>
              </a:spcAft>
              <a:buClr>
                <a:schemeClr val="lt2"/>
              </a:buClr>
              <a:buSzPts val="2100"/>
              <a:buChar char="–"/>
              <a:defRPr>
                <a:solidFill>
                  <a:schemeClr val="lt2"/>
                </a:solidFill>
              </a:defRPr>
            </a:lvl2pPr>
            <a:lvl3pPr indent="-361950" lvl="2" marL="1371600" rtl="0">
              <a:spcBef>
                <a:spcPts val="480"/>
              </a:spcBef>
              <a:spcAft>
                <a:spcPts val="0"/>
              </a:spcAft>
              <a:buClr>
                <a:schemeClr val="lt2"/>
              </a:buClr>
              <a:buSzPts val="2100"/>
              <a:buChar char="•"/>
              <a:defRPr>
                <a:solidFill>
                  <a:schemeClr val="lt2"/>
                </a:solidFill>
              </a:defRPr>
            </a:lvl3pPr>
            <a:lvl4pPr indent="-361950" lvl="3" marL="1828800" rtl="0">
              <a:spcBef>
                <a:spcPts val="400"/>
              </a:spcBef>
              <a:spcAft>
                <a:spcPts val="0"/>
              </a:spcAft>
              <a:buClr>
                <a:schemeClr val="lt2"/>
              </a:buClr>
              <a:buSzPts val="2100"/>
              <a:buChar char="–"/>
              <a:defRPr>
                <a:solidFill>
                  <a:schemeClr val="lt2"/>
                </a:solidFill>
              </a:defRPr>
            </a:lvl4pPr>
            <a:lvl5pPr indent="-361950" lvl="4" marL="2286000" rtl="0">
              <a:spcBef>
                <a:spcPts val="400"/>
              </a:spcBef>
              <a:spcAft>
                <a:spcPts val="0"/>
              </a:spcAft>
              <a:buClr>
                <a:schemeClr val="lt2"/>
              </a:buClr>
              <a:buSzPts val="2100"/>
              <a:buChar char="»"/>
              <a:defRPr>
                <a:solidFill>
                  <a:schemeClr val="lt2"/>
                </a:solidFill>
              </a:defRPr>
            </a:lvl5pPr>
            <a:lvl6pPr indent="-361950" lvl="5" marL="2743200" rtl="0">
              <a:spcBef>
                <a:spcPts val="400"/>
              </a:spcBef>
              <a:spcAft>
                <a:spcPts val="0"/>
              </a:spcAft>
              <a:buClr>
                <a:schemeClr val="lt2"/>
              </a:buClr>
              <a:buSzPts val="2100"/>
              <a:buChar char="•"/>
              <a:defRPr>
                <a:solidFill>
                  <a:schemeClr val="lt2"/>
                </a:solidFill>
              </a:defRPr>
            </a:lvl6pPr>
            <a:lvl7pPr indent="-361950" lvl="6" marL="3200400" rtl="0">
              <a:spcBef>
                <a:spcPts val="400"/>
              </a:spcBef>
              <a:spcAft>
                <a:spcPts val="0"/>
              </a:spcAft>
              <a:buClr>
                <a:schemeClr val="lt2"/>
              </a:buClr>
              <a:buSzPts val="2100"/>
              <a:buChar char="•"/>
              <a:defRPr>
                <a:solidFill>
                  <a:schemeClr val="lt2"/>
                </a:solidFill>
              </a:defRPr>
            </a:lvl7pPr>
            <a:lvl8pPr indent="-361950" lvl="7" marL="3657600" rtl="0">
              <a:spcBef>
                <a:spcPts val="400"/>
              </a:spcBef>
              <a:spcAft>
                <a:spcPts val="0"/>
              </a:spcAft>
              <a:buClr>
                <a:schemeClr val="lt2"/>
              </a:buClr>
              <a:buSzPts val="2100"/>
              <a:buChar char="•"/>
              <a:defRPr>
                <a:solidFill>
                  <a:schemeClr val="lt2"/>
                </a:solidFill>
              </a:defRPr>
            </a:lvl8pPr>
            <a:lvl9pPr indent="-361950" lvl="8" marL="4114800" rtl="0">
              <a:spcBef>
                <a:spcPts val="400"/>
              </a:spcBef>
              <a:spcAft>
                <a:spcPts val="0"/>
              </a:spcAft>
              <a:buClr>
                <a:schemeClr val="lt2"/>
              </a:buClr>
              <a:buSzPts val="2100"/>
              <a:buChar char="•"/>
              <a:defRPr>
                <a:solidFill>
                  <a:schemeClr val="lt2"/>
                </a:solidFill>
              </a:defRPr>
            </a:lvl9pPr>
          </a:lstStyle>
          <a:p/>
        </p:txBody>
      </p:sp>
      <p:sp>
        <p:nvSpPr>
          <p:cNvPr id="89" name="Google Shape;89;p5"/>
          <p:cNvSpPr txBox="1"/>
          <p:nvPr>
            <p:ph idx="4" type="body"/>
          </p:nvPr>
        </p:nvSpPr>
        <p:spPr>
          <a:xfrm>
            <a:off x="12617438" y="817225"/>
            <a:ext cx="5019600" cy="362100"/>
          </a:xfrm>
          <a:prstGeom prst="rect">
            <a:avLst/>
          </a:prstGeom>
        </p:spPr>
        <p:txBody>
          <a:bodyPr anchorCtr="0" anchor="t" bIns="0" lIns="0" spcFirstLastPara="1" rIns="0" wrap="square" tIns="0">
            <a:noAutofit/>
          </a:bodyPr>
          <a:lstStyle>
            <a:lvl1pPr indent="-361950" lvl="0" marL="457200" rtl="0" algn="r">
              <a:spcBef>
                <a:spcPts val="640"/>
              </a:spcBef>
              <a:spcAft>
                <a:spcPts val="0"/>
              </a:spcAft>
              <a:buClr>
                <a:schemeClr val="lt2"/>
              </a:buClr>
              <a:buSzPts val="2100"/>
              <a:buChar char="•"/>
              <a:defRPr b="0" sz="2100">
                <a:solidFill>
                  <a:schemeClr val="lt2"/>
                </a:solidFill>
              </a:defRPr>
            </a:lvl1pPr>
            <a:lvl2pPr indent="-361950" lvl="1" marL="914400" rtl="0" algn="r">
              <a:spcBef>
                <a:spcPts val="560"/>
              </a:spcBef>
              <a:spcAft>
                <a:spcPts val="0"/>
              </a:spcAft>
              <a:buClr>
                <a:schemeClr val="lt2"/>
              </a:buClr>
              <a:buSzPts val="2100"/>
              <a:buChar char="–"/>
              <a:defRPr>
                <a:solidFill>
                  <a:schemeClr val="lt2"/>
                </a:solidFill>
              </a:defRPr>
            </a:lvl2pPr>
            <a:lvl3pPr indent="-361950" lvl="2" marL="1371600" rtl="0" algn="r">
              <a:spcBef>
                <a:spcPts val="480"/>
              </a:spcBef>
              <a:spcAft>
                <a:spcPts val="0"/>
              </a:spcAft>
              <a:buClr>
                <a:schemeClr val="lt2"/>
              </a:buClr>
              <a:buSzPts val="2100"/>
              <a:buChar char="•"/>
              <a:defRPr>
                <a:solidFill>
                  <a:schemeClr val="lt2"/>
                </a:solidFill>
              </a:defRPr>
            </a:lvl3pPr>
            <a:lvl4pPr indent="-361950" lvl="3" marL="1828800" rtl="0" algn="r">
              <a:spcBef>
                <a:spcPts val="400"/>
              </a:spcBef>
              <a:spcAft>
                <a:spcPts val="0"/>
              </a:spcAft>
              <a:buClr>
                <a:schemeClr val="lt2"/>
              </a:buClr>
              <a:buSzPts val="2100"/>
              <a:buChar char="–"/>
              <a:defRPr>
                <a:solidFill>
                  <a:schemeClr val="lt2"/>
                </a:solidFill>
              </a:defRPr>
            </a:lvl4pPr>
            <a:lvl5pPr indent="-361950" lvl="4" marL="2286000" rtl="0" algn="r">
              <a:spcBef>
                <a:spcPts val="400"/>
              </a:spcBef>
              <a:spcAft>
                <a:spcPts val="0"/>
              </a:spcAft>
              <a:buClr>
                <a:schemeClr val="lt2"/>
              </a:buClr>
              <a:buSzPts val="2100"/>
              <a:buChar char="»"/>
              <a:defRPr>
                <a:solidFill>
                  <a:schemeClr val="lt2"/>
                </a:solidFill>
              </a:defRPr>
            </a:lvl5pPr>
            <a:lvl6pPr indent="-361950" lvl="5" marL="2743200" rtl="0" algn="r">
              <a:spcBef>
                <a:spcPts val="400"/>
              </a:spcBef>
              <a:spcAft>
                <a:spcPts val="0"/>
              </a:spcAft>
              <a:buClr>
                <a:schemeClr val="lt2"/>
              </a:buClr>
              <a:buSzPts val="2100"/>
              <a:buChar char="•"/>
              <a:defRPr>
                <a:solidFill>
                  <a:schemeClr val="lt2"/>
                </a:solidFill>
              </a:defRPr>
            </a:lvl6pPr>
            <a:lvl7pPr indent="-361950" lvl="6" marL="3200400" rtl="0" algn="r">
              <a:spcBef>
                <a:spcPts val="400"/>
              </a:spcBef>
              <a:spcAft>
                <a:spcPts val="0"/>
              </a:spcAft>
              <a:buClr>
                <a:schemeClr val="lt2"/>
              </a:buClr>
              <a:buSzPts val="2100"/>
              <a:buChar char="•"/>
              <a:defRPr>
                <a:solidFill>
                  <a:schemeClr val="lt2"/>
                </a:solidFill>
              </a:defRPr>
            </a:lvl7pPr>
            <a:lvl8pPr indent="-361950" lvl="7" marL="3657600" rtl="0" algn="r">
              <a:spcBef>
                <a:spcPts val="400"/>
              </a:spcBef>
              <a:spcAft>
                <a:spcPts val="0"/>
              </a:spcAft>
              <a:buClr>
                <a:schemeClr val="lt2"/>
              </a:buClr>
              <a:buSzPts val="2100"/>
              <a:buChar char="•"/>
              <a:defRPr>
                <a:solidFill>
                  <a:schemeClr val="lt2"/>
                </a:solidFill>
              </a:defRPr>
            </a:lvl8pPr>
            <a:lvl9pPr indent="-361950" lvl="8" marL="4114800" rtl="0" algn="r">
              <a:spcBef>
                <a:spcPts val="400"/>
              </a:spcBef>
              <a:spcAft>
                <a:spcPts val="0"/>
              </a:spcAft>
              <a:buClr>
                <a:schemeClr val="lt2"/>
              </a:buClr>
              <a:buSzPts val="2100"/>
              <a:buChar char="•"/>
              <a:defRPr>
                <a:solidFill>
                  <a:schemeClr val="lt2"/>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allery">
  <p:cSld name="CUSTOM_2">
    <p:spTree>
      <p:nvGrpSpPr>
        <p:cNvPr id="90" name="Shape 90"/>
        <p:cNvGrpSpPr/>
        <p:nvPr/>
      </p:nvGrpSpPr>
      <p:grpSpPr>
        <a:xfrm>
          <a:off x="0" y="0"/>
          <a:ext cx="0" cy="0"/>
          <a:chOff x="0" y="0"/>
          <a:chExt cx="0" cy="0"/>
        </a:xfrm>
      </p:grpSpPr>
      <p:sp>
        <p:nvSpPr>
          <p:cNvPr id="91" name="Google Shape;91;p6"/>
          <p:cNvSpPr/>
          <p:nvPr>
            <p:ph idx="2" type="pic"/>
          </p:nvPr>
        </p:nvSpPr>
        <p:spPr>
          <a:xfrm>
            <a:off x="190850" y="1541725"/>
            <a:ext cx="8874900" cy="5264100"/>
          </a:xfrm>
          <a:prstGeom prst="rect">
            <a:avLst/>
          </a:prstGeom>
          <a:noFill/>
          <a:ln>
            <a:noFill/>
          </a:ln>
        </p:spPr>
      </p:sp>
      <p:sp>
        <p:nvSpPr>
          <p:cNvPr id="92" name="Google Shape;92;p6"/>
          <p:cNvSpPr/>
          <p:nvPr>
            <p:ph idx="3" type="pic"/>
          </p:nvPr>
        </p:nvSpPr>
        <p:spPr>
          <a:xfrm>
            <a:off x="9220250" y="1553550"/>
            <a:ext cx="2886600" cy="2693400"/>
          </a:xfrm>
          <a:prstGeom prst="rect">
            <a:avLst/>
          </a:prstGeom>
          <a:noFill/>
          <a:ln>
            <a:noFill/>
          </a:ln>
        </p:spPr>
      </p:sp>
      <p:sp>
        <p:nvSpPr>
          <p:cNvPr id="93" name="Google Shape;93;p6"/>
          <p:cNvSpPr/>
          <p:nvPr>
            <p:ph idx="4" type="pic"/>
          </p:nvPr>
        </p:nvSpPr>
        <p:spPr>
          <a:xfrm>
            <a:off x="9237300" y="4454525"/>
            <a:ext cx="8874900" cy="2395200"/>
          </a:xfrm>
          <a:prstGeom prst="rect">
            <a:avLst/>
          </a:prstGeom>
          <a:noFill/>
          <a:ln>
            <a:noFill/>
          </a:ln>
        </p:spPr>
      </p:sp>
      <p:sp>
        <p:nvSpPr>
          <p:cNvPr id="94" name="Google Shape;94;p6"/>
          <p:cNvSpPr/>
          <p:nvPr>
            <p:ph idx="5" type="pic"/>
          </p:nvPr>
        </p:nvSpPr>
        <p:spPr>
          <a:xfrm>
            <a:off x="15225375" y="1553550"/>
            <a:ext cx="2886600" cy="2693400"/>
          </a:xfrm>
          <a:prstGeom prst="rect">
            <a:avLst/>
          </a:prstGeom>
          <a:noFill/>
          <a:ln>
            <a:noFill/>
          </a:ln>
        </p:spPr>
      </p:sp>
      <p:sp>
        <p:nvSpPr>
          <p:cNvPr id="95" name="Google Shape;95;p6"/>
          <p:cNvSpPr/>
          <p:nvPr>
            <p:ph idx="6" type="pic"/>
          </p:nvPr>
        </p:nvSpPr>
        <p:spPr>
          <a:xfrm>
            <a:off x="12222813" y="1557113"/>
            <a:ext cx="2886600" cy="2693400"/>
          </a:xfrm>
          <a:prstGeom prst="rect">
            <a:avLst/>
          </a:prstGeom>
          <a:noFill/>
          <a:ln>
            <a:noFill/>
          </a:ln>
        </p:spPr>
      </p:sp>
      <p:grpSp>
        <p:nvGrpSpPr>
          <p:cNvPr id="96" name="Google Shape;96;p6"/>
          <p:cNvGrpSpPr/>
          <p:nvPr/>
        </p:nvGrpSpPr>
        <p:grpSpPr>
          <a:xfrm>
            <a:off x="0" y="8851549"/>
            <a:ext cx="18288118" cy="668843"/>
            <a:chOff x="0" y="-38100"/>
            <a:chExt cx="4816592" cy="176155"/>
          </a:xfrm>
        </p:grpSpPr>
        <p:sp>
          <p:nvSpPr>
            <p:cNvPr id="97" name="Google Shape;97;p6"/>
            <p:cNvSpPr/>
            <p:nvPr/>
          </p:nvSpPr>
          <p:spPr>
            <a:xfrm>
              <a:off x="0" y="0"/>
              <a:ext cx="4816592" cy="138055"/>
            </a:xfrm>
            <a:custGeom>
              <a:rect b="b" l="l" r="r" t="t"/>
              <a:pathLst>
                <a:path extrusionOk="0" h="138055" w="4816592">
                  <a:moveTo>
                    <a:pt x="0" y="0"/>
                  </a:moveTo>
                  <a:lnTo>
                    <a:pt x="4816592" y="0"/>
                  </a:lnTo>
                  <a:lnTo>
                    <a:pt x="4816592" y="138055"/>
                  </a:lnTo>
                  <a:lnTo>
                    <a:pt x="0" y="138055"/>
                  </a:lnTo>
                  <a:close/>
                </a:path>
              </a:pathLst>
            </a:custGeom>
            <a:solidFill>
              <a:srgbClr val="333333"/>
            </a:solidFill>
            <a:ln>
              <a:noFill/>
            </a:ln>
          </p:spPr>
        </p:sp>
        <p:sp>
          <p:nvSpPr>
            <p:cNvPr id="98" name="Google Shape;98;p6"/>
            <p:cNvSpPr txBox="1"/>
            <p:nvPr/>
          </p:nvSpPr>
          <p:spPr>
            <a:xfrm>
              <a:off x="0" y="-38100"/>
              <a:ext cx="4816500" cy="1761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9" name="Google Shape;99;p6"/>
          <p:cNvGrpSpPr/>
          <p:nvPr/>
        </p:nvGrpSpPr>
        <p:grpSpPr>
          <a:xfrm>
            <a:off x="8477618" y="8874014"/>
            <a:ext cx="1351552" cy="768424"/>
            <a:chOff x="0" y="0"/>
            <a:chExt cx="11928966" cy="6782210"/>
          </a:xfrm>
        </p:grpSpPr>
        <p:sp>
          <p:nvSpPr>
            <p:cNvPr id="100" name="Google Shape;100;p6"/>
            <p:cNvSpPr/>
            <p:nvPr/>
          </p:nvSpPr>
          <p:spPr>
            <a:xfrm>
              <a:off x="6350" y="6350"/>
              <a:ext cx="11916266" cy="6769510"/>
            </a:xfrm>
            <a:custGeom>
              <a:rect b="b" l="l" r="r" t="t"/>
              <a:pathLst>
                <a:path extrusionOk="0" h="6769510" w="11916266">
                  <a:moveTo>
                    <a:pt x="0" y="0"/>
                  </a:moveTo>
                  <a:lnTo>
                    <a:pt x="11916266" y="0"/>
                  </a:lnTo>
                  <a:lnTo>
                    <a:pt x="11916266" y="6769510"/>
                  </a:lnTo>
                  <a:lnTo>
                    <a:pt x="0" y="6769510"/>
                  </a:lnTo>
                  <a:close/>
                </a:path>
              </a:pathLst>
            </a:custGeom>
            <a:solidFill>
              <a:srgbClr val="333333"/>
            </a:solidFill>
            <a:ln>
              <a:noFill/>
            </a:ln>
          </p:spPr>
        </p:sp>
        <p:sp>
          <p:nvSpPr>
            <p:cNvPr id="101" name="Google Shape;101;p6"/>
            <p:cNvSpPr/>
            <p:nvPr/>
          </p:nvSpPr>
          <p:spPr>
            <a:xfrm>
              <a:off x="0" y="0"/>
              <a:ext cx="11928966" cy="6782210"/>
            </a:xfrm>
            <a:custGeom>
              <a:rect b="b" l="l" r="r" t="t"/>
              <a:pathLst>
                <a:path extrusionOk="0" h="6782210" w="11928966">
                  <a:moveTo>
                    <a:pt x="6350" y="6782210"/>
                  </a:moveTo>
                  <a:lnTo>
                    <a:pt x="0" y="6782210"/>
                  </a:lnTo>
                  <a:lnTo>
                    <a:pt x="0" y="0"/>
                  </a:lnTo>
                  <a:lnTo>
                    <a:pt x="11928966" y="0"/>
                  </a:lnTo>
                  <a:lnTo>
                    <a:pt x="11928966" y="6782210"/>
                  </a:lnTo>
                  <a:lnTo>
                    <a:pt x="6350" y="6782210"/>
                  </a:lnTo>
                  <a:close/>
                  <a:moveTo>
                    <a:pt x="12700" y="12700"/>
                  </a:moveTo>
                  <a:lnTo>
                    <a:pt x="12700" y="6769510"/>
                  </a:lnTo>
                  <a:lnTo>
                    <a:pt x="11916266" y="6769510"/>
                  </a:lnTo>
                  <a:lnTo>
                    <a:pt x="11916266" y="12700"/>
                  </a:lnTo>
                  <a:lnTo>
                    <a:pt x="12700" y="12700"/>
                  </a:lnTo>
                  <a:close/>
                </a:path>
              </a:pathLst>
            </a:custGeom>
            <a:solidFill>
              <a:srgbClr val="F8F3E2"/>
            </a:solidFill>
            <a:ln>
              <a:noFill/>
            </a:ln>
          </p:spPr>
        </p:sp>
        <p:sp>
          <p:nvSpPr>
            <p:cNvPr id="102" name="Google Shape;102;p6"/>
            <p:cNvSpPr/>
            <p:nvPr/>
          </p:nvSpPr>
          <p:spPr>
            <a:xfrm>
              <a:off x="139700" y="140970"/>
              <a:ext cx="11648296" cy="6501540"/>
            </a:xfrm>
            <a:custGeom>
              <a:rect b="b" l="l" r="r" t="t"/>
              <a:pathLst>
                <a:path extrusionOk="0" h="6501540" w="11648296">
                  <a:moveTo>
                    <a:pt x="0" y="0"/>
                  </a:moveTo>
                  <a:lnTo>
                    <a:pt x="11648296" y="0"/>
                  </a:lnTo>
                  <a:lnTo>
                    <a:pt x="11648296" y="6501540"/>
                  </a:lnTo>
                  <a:lnTo>
                    <a:pt x="0" y="6501540"/>
                  </a:lnTo>
                  <a:close/>
                </a:path>
              </a:pathLst>
            </a:custGeom>
            <a:solidFill>
              <a:srgbClr val="F8F3E2"/>
            </a:solidFill>
            <a:ln>
              <a:noFill/>
            </a:ln>
          </p:spPr>
        </p:sp>
      </p:grpSp>
      <p:grpSp>
        <p:nvGrpSpPr>
          <p:cNvPr id="103" name="Google Shape;103;p6"/>
          <p:cNvGrpSpPr/>
          <p:nvPr/>
        </p:nvGrpSpPr>
        <p:grpSpPr>
          <a:xfrm>
            <a:off x="-9525" y="500452"/>
            <a:ext cx="18288118" cy="866149"/>
            <a:chOff x="0" y="-47625"/>
            <a:chExt cx="4816592" cy="228120"/>
          </a:xfrm>
        </p:grpSpPr>
        <p:sp>
          <p:nvSpPr>
            <p:cNvPr id="104" name="Google Shape;104;p6"/>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BFCDAC"/>
            </a:solidFill>
            <a:ln>
              <a:noFill/>
            </a:ln>
          </p:spPr>
        </p:sp>
        <p:sp>
          <p:nvSpPr>
            <p:cNvPr id="105" name="Google Shape;105;p6"/>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106" name="Google Shape;106;p6"/>
          <p:cNvCxnSpPr/>
          <p:nvPr/>
        </p:nvCxnSpPr>
        <p:spPr>
          <a:xfrm>
            <a:off x="9134475" y="700329"/>
            <a:ext cx="0" cy="666300"/>
          </a:xfrm>
          <a:prstGeom prst="straightConnector1">
            <a:avLst/>
          </a:prstGeom>
          <a:noFill/>
          <a:ln cap="flat" cmpd="sng" w="19050">
            <a:solidFill>
              <a:srgbClr val="333333"/>
            </a:solidFill>
            <a:prstDash val="solid"/>
            <a:round/>
            <a:headEnd len="sm" w="sm" type="none"/>
            <a:tailEnd len="sm" w="sm" type="none"/>
          </a:ln>
        </p:spPr>
      </p:cxnSp>
      <p:cxnSp>
        <p:nvCxnSpPr>
          <p:cNvPr id="107" name="Google Shape;107;p6"/>
          <p:cNvCxnSpPr/>
          <p:nvPr/>
        </p:nvCxnSpPr>
        <p:spPr>
          <a:xfrm>
            <a:off x="-9525" y="681279"/>
            <a:ext cx="18288000" cy="0"/>
          </a:xfrm>
          <a:prstGeom prst="straightConnector1">
            <a:avLst/>
          </a:prstGeom>
          <a:noFill/>
          <a:ln cap="flat" cmpd="sng" w="19050">
            <a:solidFill>
              <a:srgbClr val="333333"/>
            </a:solidFill>
            <a:prstDash val="solid"/>
            <a:round/>
            <a:headEnd len="sm" w="sm" type="none"/>
            <a:tailEnd len="sm" w="sm" type="none"/>
          </a:ln>
        </p:spPr>
      </p:cxnSp>
      <p:cxnSp>
        <p:nvCxnSpPr>
          <p:cNvPr id="108" name="Google Shape;108;p6"/>
          <p:cNvCxnSpPr/>
          <p:nvPr/>
        </p:nvCxnSpPr>
        <p:spPr>
          <a:xfrm>
            <a:off x="-9525" y="1357071"/>
            <a:ext cx="18288000" cy="0"/>
          </a:xfrm>
          <a:prstGeom prst="straightConnector1">
            <a:avLst/>
          </a:prstGeom>
          <a:noFill/>
          <a:ln cap="flat" cmpd="sng" w="19050">
            <a:solidFill>
              <a:srgbClr val="333333"/>
            </a:solidFill>
            <a:prstDash val="solid"/>
            <a:round/>
            <a:headEnd len="sm" w="sm" type="none"/>
            <a:tailEnd len="sm" w="sm" type="none"/>
          </a:ln>
        </p:spPr>
      </p:cxnSp>
      <p:sp>
        <p:nvSpPr>
          <p:cNvPr id="109" name="Google Shape;109;p6"/>
          <p:cNvSpPr txBox="1"/>
          <p:nvPr>
            <p:ph type="title"/>
          </p:nvPr>
        </p:nvSpPr>
        <p:spPr>
          <a:xfrm>
            <a:off x="267200" y="7145550"/>
            <a:ext cx="7863300" cy="1545900"/>
          </a:xfrm>
          <a:prstGeom prst="rect">
            <a:avLst/>
          </a:prstGeom>
        </p:spPr>
        <p:txBody>
          <a:bodyPr anchorCtr="0" anchor="t" bIns="0" lIns="0" spcFirstLastPara="1" rIns="0" wrap="square" tIns="0">
            <a:noAutofit/>
          </a:bodyPr>
          <a:lstStyle>
            <a:lvl1pPr lvl="0">
              <a:spcBef>
                <a:spcPts val="0"/>
              </a:spcBef>
              <a:spcAft>
                <a:spcPts val="0"/>
              </a:spcAft>
              <a:buSzPts val="11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0" name="Google Shape;110;p6"/>
          <p:cNvSpPr txBox="1"/>
          <p:nvPr>
            <p:ph idx="1" type="subTitle"/>
          </p:nvPr>
        </p:nvSpPr>
        <p:spPr>
          <a:xfrm>
            <a:off x="10878650" y="7374575"/>
            <a:ext cx="7214400" cy="1317000"/>
          </a:xfrm>
          <a:prstGeom prst="rect">
            <a:avLst/>
          </a:prstGeom>
        </p:spPr>
        <p:txBody>
          <a:bodyPr anchorCtr="0" anchor="t" bIns="0" lIns="0" spcFirstLastPara="1" rIns="0" wrap="square" tIns="0">
            <a:noAutofit/>
          </a:bodyPr>
          <a:lstStyle>
            <a:lvl1pPr lvl="0" algn="r">
              <a:spcBef>
                <a:spcPts val="640"/>
              </a:spcBef>
              <a:spcAft>
                <a:spcPts val="0"/>
              </a:spcAft>
              <a:buClr>
                <a:schemeClr val="lt2"/>
              </a:buClr>
              <a:buSzPts val="3200"/>
              <a:buNone/>
              <a:defRPr>
                <a:solidFill>
                  <a:schemeClr val="lt2"/>
                </a:solidFill>
              </a:defRPr>
            </a:lvl1pPr>
            <a:lvl2pPr lvl="1">
              <a:spcBef>
                <a:spcPts val="560"/>
              </a:spcBef>
              <a:spcAft>
                <a:spcPts val="0"/>
              </a:spcAft>
              <a:buSzPts val="2100"/>
              <a:buNone/>
              <a:defRPr/>
            </a:lvl2pPr>
            <a:lvl3pPr lvl="2">
              <a:spcBef>
                <a:spcPts val="480"/>
              </a:spcBef>
              <a:spcAft>
                <a:spcPts val="0"/>
              </a:spcAft>
              <a:buSzPts val="2100"/>
              <a:buNone/>
              <a:defRPr/>
            </a:lvl3pPr>
            <a:lvl4pPr lvl="3">
              <a:spcBef>
                <a:spcPts val="400"/>
              </a:spcBef>
              <a:spcAft>
                <a:spcPts val="0"/>
              </a:spcAft>
              <a:buSzPts val="2100"/>
              <a:buNone/>
              <a:defRPr/>
            </a:lvl4pPr>
            <a:lvl5pPr lvl="4">
              <a:spcBef>
                <a:spcPts val="400"/>
              </a:spcBef>
              <a:spcAft>
                <a:spcPts val="0"/>
              </a:spcAft>
              <a:buSzPts val="2100"/>
              <a:buNone/>
              <a:defRPr/>
            </a:lvl5pPr>
            <a:lvl6pPr lvl="5">
              <a:spcBef>
                <a:spcPts val="400"/>
              </a:spcBef>
              <a:spcAft>
                <a:spcPts val="0"/>
              </a:spcAft>
              <a:buSzPts val="2100"/>
              <a:buNone/>
              <a:defRPr/>
            </a:lvl6pPr>
            <a:lvl7pPr lvl="6">
              <a:spcBef>
                <a:spcPts val="400"/>
              </a:spcBef>
              <a:spcAft>
                <a:spcPts val="0"/>
              </a:spcAft>
              <a:buSzPts val="2100"/>
              <a:buNone/>
              <a:defRPr/>
            </a:lvl7pPr>
            <a:lvl8pPr lvl="7">
              <a:spcBef>
                <a:spcPts val="400"/>
              </a:spcBef>
              <a:spcAft>
                <a:spcPts val="0"/>
              </a:spcAft>
              <a:buSzPts val="2100"/>
              <a:buNone/>
              <a:defRPr/>
            </a:lvl8pPr>
            <a:lvl9pPr lvl="8">
              <a:spcBef>
                <a:spcPts val="400"/>
              </a:spcBef>
              <a:spcAft>
                <a:spcPts val="0"/>
              </a:spcAft>
              <a:buSzPts val="2100"/>
              <a:buNone/>
              <a:defRPr/>
            </a:lvl9pPr>
          </a:lstStyle>
          <a:p/>
        </p:txBody>
      </p:sp>
      <p:sp>
        <p:nvSpPr>
          <p:cNvPr id="111" name="Google Shape;111;p6"/>
          <p:cNvSpPr txBox="1"/>
          <p:nvPr>
            <p:ph idx="7" type="body"/>
          </p:nvPr>
        </p:nvSpPr>
        <p:spPr>
          <a:xfrm>
            <a:off x="670013" y="766213"/>
            <a:ext cx="5496600" cy="413100"/>
          </a:xfrm>
          <a:prstGeom prst="rect">
            <a:avLst/>
          </a:prstGeom>
        </p:spPr>
        <p:txBody>
          <a:bodyPr anchorCtr="0" anchor="t" bIns="0" lIns="0" spcFirstLastPara="1" rIns="0" wrap="square" tIns="0">
            <a:noAutofit/>
          </a:bodyPr>
          <a:lstStyle>
            <a:lvl1pPr indent="-361950" lvl="0" marL="457200" rtl="0">
              <a:spcBef>
                <a:spcPts val="640"/>
              </a:spcBef>
              <a:spcAft>
                <a:spcPts val="0"/>
              </a:spcAft>
              <a:buClr>
                <a:schemeClr val="lt2"/>
              </a:buClr>
              <a:buSzPts val="2100"/>
              <a:buChar char="•"/>
              <a:defRPr b="0" sz="2100">
                <a:solidFill>
                  <a:schemeClr val="lt2"/>
                </a:solidFill>
              </a:defRPr>
            </a:lvl1pPr>
            <a:lvl2pPr indent="-361950" lvl="1" marL="914400" rtl="0">
              <a:spcBef>
                <a:spcPts val="560"/>
              </a:spcBef>
              <a:spcAft>
                <a:spcPts val="0"/>
              </a:spcAft>
              <a:buClr>
                <a:schemeClr val="lt2"/>
              </a:buClr>
              <a:buSzPts val="2100"/>
              <a:buChar char="–"/>
              <a:defRPr>
                <a:solidFill>
                  <a:schemeClr val="lt2"/>
                </a:solidFill>
              </a:defRPr>
            </a:lvl2pPr>
            <a:lvl3pPr indent="-361950" lvl="2" marL="1371600" rtl="0">
              <a:spcBef>
                <a:spcPts val="480"/>
              </a:spcBef>
              <a:spcAft>
                <a:spcPts val="0"/>
              </a:spcAft>
              <a:buClr>
                <a:schemeClr val="lt2"/>
              </a:buClr>
              <a:buSzPts val="2100"/>
              <a:buChar char="•"/>
              <a:defRPr>
                <a:solidFill>
                  <a:schemeClr val="lt2"/>
                </a:solidFill>
              </a:defRPr>
            </a:lvl3pPr>
            <a:lvl4pPr indent="-361950" lvl="3" marL="1828800" rtl="0">
              <a:spcBef>
                <a:spcPts val="400"/>
              </a:spcBef>
              <a:spcAft>
                <a:spcPts val="0"/>
              </a:spcAft>
              <a:buClr>
                <a:schemeClr val="lt2"/>
              </a:buClr>
              <a:buSzPts val="2100"/>
              <a:buChar char="–"/>
              <a:defRPr>
                <a:solidFill>
                  <a:schemeClr val="lt2"/>
                </a:solidFill>
              </a:defRPr>
            </a:lvl4pPr>
            <a:lvl5pPr indent="-361950" lvl="4" marL="2286000" rtl="0">
              <a:spcBef>
                <a:spcPts val="400"/>
              </a:spcBef>
              <a:spcAft>
                <a:spcPts val="0"/>
              </a:spcAft>
              <a:buClr>
                <a:schemeClr val="lt2"/>
              </a:buClr>
              <a:buSzPts val="2100"/>
              <a:buChar char="»"/>
              <a:defRPr>
                <a:solidFill>
                  <a:schemeClr val="lt2"/>
                </a:solidFill>
              </a:defRPr>
            </a:lvl5pPr>
            <a:lvl6pPr indent="-361950" lvl="5" marL="2743200" rtl="0">
              <a:spcBef>
                <a:spcPts val="400"/>
              </a:spcBef>
              <a:spcAft>
                <a:spcPts val="0"/>
              </a:spcAft>
              <a:buClr>
                <a:schemeClr val="lt2"/>
              </a:buClr>
              <a:buSzPts val="2100"/>
              <a:buChar char="•"/>
              <a:defRPr>
                <a:solidFill>
                  <a:schemeClr val="lt2"/>
                </a:solidFill>
              </a:defRPr>
            </a:lvl6pPr>
            <a:lvl7pPr indent="-361950" lvl="6" marL="3200400" rtl="0">
              <a:spcBef>
                <a:spcPts val="400"/>
              </a:spcBef>
              <a:spcAft>
                <a:spcPts val="0"/>
              </a:spcAft>
              <a:buClr>
                <a:schemeClr val="lt2"/>
              </a:buClr>
              <a:buSzPts val="2100"/>
              <a:buChar char="•"/>
              <a:defRPr>
                <a:solidFill>
                  <a:schemeClr val="lt2"/>
                </a:solidFill>
              </a:defRPr>
            </a:lvl7pPr>
            <a:lvl8pPr indent="-361950" lvl="7" marL="3657600" rtl="0">
              <a:spcBef>
                <a:spcPts val="400"/>
              </a:spcBef>
              <a:spcAft>
                <a:spcPts val="0"/>
              </a:spcAft>
              <a:buClr>
                <a:schemeClr val="lt2"/>
              </a:buClr>
              <a:buSzPts val="2100"/>
              <a:buChar char="•"/>
              <a:defRPr>
                <a:solidFill>
                  <a:schemeClr val="lt2"/>
                </a:solidFill>
              </a:defRPr>
            </a:lvl8pPr>
            <a:lvl9pPr indent="-361950" lvl="8" marL="4114800" rtl="0">
              <a:spcBef>
                <a:spcPts val="400"/>
              </a:spcBef>
              <a:spcAft>
                <a:spcPts val="0"/>
              </a:spcAft>
              <a:buClr>
                <a:schemeClr val="lt2"/>
              </a:buClr>
              <a:buSzPts val="2100"/>
              <a:buChar char="•"/>
              <a:defRPr>
                <a:solidFill>
                  <a:schemeClr val="lt2"/>
                </a:solidFill>
              </a:defRPr>
            </a:lvl9pPr>
          </a:lstStyle>
          <a:p/>
        </p:txBody>
      </p:sp>
      <p:sp>
        <p:nvSpPr>
          <p:cNvPr id="112" name="Google Shape;112;p6"/>
          <p:cNvSpPr txBox="1"/>
          <p:nvPr>
            <p:ph idx="8" type="body"/>
          </p:nvPr>
        </p:nvSpPr>
        <p:spPr>
          <a:xfrm>
            <a:off x="12617438" y="817225"/>
            <a:ext cx="5019600" cy="362100"/>
          </a:xfrm>
          <a:prstGeom prst="rect">
            <a:avLst/>
          </a:prstGeom>
        </p:spPr>
        <p:txBody>
          <a:bodyPr anchorCtr="0" anchor="t" bIns="0" lIns="0" spcFirstLastPara="1" rIns="0" wrap="square" tIns="0">
            <a:noAutofit/>
          </a:bodyPr>
          <a:lstStyle>
            <a:lvl1pPr indent="-361950" lvl="0" marL="457200" rtl="0" algn="r">
              <a:spcBef>
                <a:spcPts val="640"/>
              </a:spcBef>
              <a:spcAft>
                <a:spcPts val="0"/>
              </a:spcAft>
              <a:buClr>
                <a:schemeClr val="lt2"/>
              </a:buClr>
              <a:buSzPts val="2100"/>
              <a:buChar char="•"/>
              <a:defRPr b="0" sz="2100">
                <a:solidFill>
                  <a:schemeClr val="lt2"/>
                </a:solidFill>
              </a:defRPr>
            </a:lvl1pPr>
            <a:lvl2pPr indent="-361950" lvl="1" marL="914400" rtl="0" algn="r">
              <a:spcBef>
                <a:spcPts val="560"/>
              </a:spcBef>
              <a:spcAft>
                <a:spcPts val="0"/>
              </a:spcAft>
              <a:buClr>
                <a:schemeClr val="lt2"/>
              </a:buClr>
              <a:buSzPts val="2100"/>
              <a:buChar char="–"/>
              <a:defRPr>
                <a:solidFill>
                  <a:schemeClr val="lt2"/>
                </a:solidFill>
              </a:defRPr>
            </a:lvl2pPr>
            <a:lvl3pPr indent="-361950" lvl="2" marL="1371600" rtl="0" algn="r">
              <a:spcBef>
                <a:spcPts val="480"/>
              </a:spcBef>
              <a:spcAft>
                <a:spcPts val="0"/>
              </a:spcAft>
              <a:buClr>
                <a:schemeClr val="lt2"/>
              </a:buClr>
              <a:buSzPts val="2100"/>
              <a:buChar char="•"/>
              <a:defRPr>
                <a:solidFill>
                  <a:schemeClr val="lt2"/>
                </a:solidFill>
              </a:defRPr>
            </a:lvl3pPr>
            <a:lvl4pPr indent="-361950" lvl="3" marL="1828800" rtl="0" algn="r">
              <a:spcBef>
                <a:spcPts val="400"/>
              </a:spcBef>
              <a:spcAft>
                <a:spcPts val="0"/>
              </a:spcAft>
              <a:buClr>
                <a:schemeClr val="lt2"/>
              </a:buClr>
              <a:buSzPts val="2100"/>
              <a:buChar char="–"/>
              <a:defRPr>
                <a:solidFill>
                  <a:schemeClr val="lt2"/>
                </a:solidFill>
              </a:defRPr>
            </a:lvl4pPr>
            <a:lvl5pPr indent="-361950" lvl="4" marL="2286000" rtl="0" algn="r">
              <a:spcBef>
                <a:spcPts val="400"/>
              </a:spcBef>
              <a:spcAft>
                <a:spcPts val="0"/>
              </a:spcAft>
              <a:buClr>
                <a:schemeClr val="lt2"/>
              </a:buClr>
              <a:buSzPts val="2100"/>
              <a:buChar char="»"/>
              <a:defRPr>
                <a:solidFill>
                  <a:schemeClr val="lt2"/>
                </a:solidFill>
              </a:defRPr>
            </a:lvl5pPr>
            <a:lvl6pPr indent="-361950" lvl="5" marL="2743200" rtl="0" algn="r">
              <a:spcBef>
                <a:spcPts val="400"/>
              </a:spcBef>
              <a:spcAft>
                <a:spcPts val="0"/>
              </a:spcAft>
              <a:buClr>
                <a:schemeClr val="lt2"/>
              </a:buClr>
              <a:buSzPts val="2100"/>
              <a:buChar char="•"/>
              <a:defRPr>
                <a:solidFill>
                  <a:schemeClr val="lt2"/>
                </a:solidFill>
              </a:defRPr>
            </a:lvl6pPr>
            <a:lvl7pPr indent="-361950" lvl="6" marL="3200400" rtl="0" algn="r">
              <a:spcBef>
                <a:spcPts val="400"/>
              </a:spcBef>
              <a:spcAft>
                <a:spcPts val="0"/>
              </a:spcAft>
              <a:buClr>
                <a:schemeClr val="lt2"/>
              </a:buClr>
              <a:buSzPts val="2100"/>
              <a:buChar char="•"/>
              <a:defRPr>
                <a:solidFill>
                  <a:schemeClr val="lt2"/>
                </a:solidFill>
              </a:defRPr>
            </a:lvl7pPr>
            <a:lvl8pPr indent="-361950" lvl="7" marL="3657600" rtl="0" algn="r">
              <a:spcBef>
                <a:spcPts val="400"/>
              </a:spcBef>
              <a:spcAft>
                <a:spcPts val="0"/>
              </a:spcAft>
              <a:buClr>
                <a:schemeClr val="lt2"/>
              </a:buClr>
              <a:buSzPts val="2100"/>
              <a:buChar char="•"/>
              <a:defRPr>
                <a:solidFill>
                  <a:schemeClr val="lt2"/>
                </a:solidFill>
              </a:defRPr>
            </a:lvl8pPr>
            <a:lvl9pPr indent="-361950" lvl="8" marL="4114800" rtl="0" algn="r">
              <a:spcBef>
                <a:spcPts val="400"/>
              </a:spcBef>
              <a:spcAft>
                <a:spcPts val="0"/>
              </a:spcAft>
              <a:buClr>
                <a:schemeClr val="lt2"/>
              </a:buClr>
              <a:buSzPts val="2100"/>
              <a:buChar char="•"/>
              <a:defRPr>
                <a:solidFill>
                  <a:schemeClr val="lt2"/>
                </a:solidFill>
              </a:defRPr>
            </a:lvl9pPr>
          </a:lstStyle>
          <a:p/>
        </p:txBody>
      </p:sp>
      <p:sp>
        <p:nvSpPr>
          <p:cNvPr id="113" name="Google Shape;113;p6"/>
          <p:cNvSpPr txBox="1"/>
          <p:nvPr/>
        </p:nvSpPr>
        <p:spPr>
          <a:xfrm>
            <a:off x="8741225" y="9016050"/>
            <a:ext cx="763500" cy="362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400">
                <a:solidFill>
                  <a:schemeClr val="dk1"/>
                </a:solidFill>
                <a:latin typeface="Playfair Display"/>
                <a:ea typeface="Playfair Display"/>
                <a:cs typeface="Playfair Display"/>
                <a:sym typeface="Playfair Display"/>
              </a:rPr>
              <a:t>00</a:t>
            </a:r>
            <a:endParaRPr b="1" sz="2400">
              <a:solidFill>
                <a:schemeClr val="lt2"/>
              </a:solidFill>
              <a:latin typeface="Playfair Display"/>
              <a:ea typeface="Playfair Display"/>
              <a:cs typeface="Playfair Display"/>
              <a:sym typeface="Playfair Display"/>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1">
    <p:spTree>
      <p:nvGrpSpPr>
        <p:cNvPr id="114" name="Shape 114"/>
        <p:cNvGrpSpPr/>
        <p:nvPr/>
      </p:nvGrpSpPr>
      <p:grpSpPr>
        <a:xfrm>
          <a:off x="0" y="0"/>
          <a:ext cx="0" cy="0"/>
          <a:chOff x="0" y="0"/>
          <a:chExt cx="0" cy="0"/>
        </a:xfrm>
      </p:grpSpPr>
      <p:grpSp>
        <p:nvGrpSpPr>
          <p:cNvPr id="115" name="Google Shape;115;p7"/>
          <p:cNvGrpSpPr/>
          <p:nvPr/>
        </p:nvGrpSpPr>
        <p:grpSpPr>
          <a:xfrm>
            <a:off x="0" y="8851549"/>
            <a:ext cx="18288118" cy="668843"/>
            <a:chOff x="0" y="-38100"/>
            <a:chExt cx="4816592" cy="176155"/>
          </a:xfrm>
        </p:grpSpPr>
        <p:sp>
          <p:nvSpPr>
            <p:cNvPr id="116" name="Google Shape;116;p7"/>
            <p:cNvSpPr/>
            <p:nvPr/>
          </p:nvSpPr>
          <p:spPr>
            <a:xfrm>
              <a:off x="0" y="0"/>
              <a:ext cx="4816592" cy="138055"/>
            </a:xfrm>
            <a:custGeom>
              <a:rect b="b" l="l" r="r" t="t"/>
              <a:pathLst>
                <a:path extrusionOk="0" h="138055" w="4816592">
                  <a:moveTo>
                    <a:pt x="0" y="0"/>
                  </a:moveTo>
                  <a:lnTo>
                    <a:pt x="4816592" y="0"/>
                  </a:lnTo>
                  <a:lnTo>
                    <a:pt x="4816592" y="138055"/>
                  </a:lnTo>
                  <a:lnTo>
                    <a:pt x="0" y="138055"/>
                  </a:lnTo>
                  <a:close/>
                </a:path>
              </a:pathLst>
            </a:custGeom>
            <a:solidFill>
              <a:srgbClr val="333333"/>
            </a:solidFill>
            <a:ln>
              <a:noFill/>
            </a:ln>
          </p:spPr>
        </p:sp>
        <p:sp>
          <p:nvSpPr>
            <p:cNvPr id="117" name="Google Shape;117;p7"/>
            <p:cNvSpPr txBox="1"/>
            <p:nvPr/>
          </p:nvSpPr>
          <p:spPr>
            <a:xfrm>
              <a:off x="0" y="-38100"/>
              <a:ext cx="4816500" cy="1761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18" name="Google Shape;118;p7"/>
          <p:cNvGrpSpPr/>
          <p:nvPr/>
        </p:nvGrpSpPr>
        <p:grpSpPr>
          <a:xfrm>
            <a:off x="8477618" y="8874014"/>
            <a:ext cx="1351552" cy="768424"/>
            <a:chOff x="0" y="0"/>
            <a:chExt cx="11928966" cy="6782210"/>
          </a:xfrm>
        </p:grpSpPr>
        <p:sp>
          <p:nvSpPr>
            <p:cNvPr id="119" name="Google Shape;119;p7"/>
            <p:cNvSpPr/>
            <p:nvPr/>
          </p:nvSpPr>
          <p:spPr>
            <a:xfrm>
              <a:off x="6350" y="6350"/>
              <a:ext cx="11916266" cy="6769510"/>
            </a:xfrm>
            <a:custGeom>
              <a:rect b="b" l="l" r="r" t="t"/>
              <a:pathLst>
                <a:path extrusionOk="0" h="6769510" w="11916266">
                  <a:moveTo>
                    <a:pt x="0" y="0"/>
                  </a:moveTo>
                  <a:lnTo>
                    <a:pt x="11916266" y="0"/>
                  </a:lnTo>
                  <a:lnTo>
                    <a:pt x="11916266" y="6769510"/>
                  </a:lnTo>
                  <a:lnTo>
                    <a:pt x="0" y="6769510"/>
                  </a:lnTo>
                  <a:close/>
                </a:path>
              </a:pathLst>
            </a:custGeom>
            <a:solidFill>
              <a:srgbClr val="333333"/>
            </a:solidFill>
            <a:ln>
              <a:noFill/>
            </a:ln>
          </p:spPr>
        </p:sp>
        <p:sp>
          <p:nvSpPr>
            <p:cNvPr id="120" name="Google Shape;120;p7"/>
            <p:cNvSpPr/>
            <p:nvPr/>
          </p:nvSpPr>
          <p:spPr>
            <a:xfrm>
              <a:off x="0" y="0"/>
              <a:ext cx="11928966" cy="6782210"/>
            </a:xfrm>
            <a:custGeom>
              <a:rect b="b" l="l" r="r" t="t"/>
              <a:pathLst>
                <a:path extrusionOk="0" h="6782210" w="11928966">
                  <a:moveTo>
                    <a:pt x="6350" y="6782210"/>
                  </a:moveTo>
                  <a:lnTo>
                    <a:pt x="0" y="6782210"/>
                  </a:lnTo>
                  <a:lnTo>
                    <a:pt x="0" y="0"/>
                  </a:lnTo>
                  <a:lnTo>
                    <a:pt x="11928966" y="0"/>
                  </a:lnTo>
                  <a:lnTo>
                    <a:pt x="11928966" y="6782210"/>
                  </a:lnTo>
                  <a:lnTo>
                    <a:pt x="6350" y="6782210"/>
                  </a:lnTo>
                  <a:close/>
                  <a:moveTo>
                    <a:pt x="12700" y="12700"/>
                  </a:moveTo>
                  <a:lnTo>
                    <a:pt x="12700" y="6769510"/>
                  </a:lnTo>
                  <a:lnTo>
                    <a:pt x="11916266" y="6769510"/>
                  </a:lnTo>
                  <a:lnTo>
                    <a:pt x="11916266" y="12700"/>
                  </a:lnTo>
                  <a:lnTo>
                    <a:pt x="12700" y="12700"/>
                  </a:lnTo>
                  <a:close/>
                </a:path>
              </a:pathLst>
            </a:custGeom>
            <a:solidFill>
              <a:srgbClr val="F8F3E2"/>
            </a:solidFill>
            <a:ln>
              <a:noFill/>
            </a:ln>
          </p:spPr>
        </p:sp>
        <p:sp>
          <p:nvSpPr>
            <p:cNvPr id="121" name="Google Shape;121;p7"/>
            <p:cNvSpPr/>
            <p:nvPr/>
          </p:nvSpPr>
          <p:spPr>
            <a:xfrm>
              <a:off x="139700" y="140970"/>
              <a:ext cx="11648296" cy="6501540"/>
            </a:xfrm>
            <a:custGeom>
              <a:rect b="b" l="l" r="r" t="t"/>
              <a:pathLst>
                <a:path extrusionOk="0" h="6501540" w="11648296">
                  <a:moveTo>
                    <a:pt x="0" y="0"/>
                  </a:moveTo>
                  <a:lnTo>
                    <a:pt x="11648296" y="0"/>
                  </a:lnTo>
                  <a:lnTo>
                    <a:pt x="11648296" y="6501540"/>
                  </a:lnTo>
                  <a:lnTo>
                    <a:pt x="0" y="6501540"/>
                  </a:lnTo>
                  <a:close/>
                </a:path>
              </a:pathLst>
            </a:custGeom>
            <a:solidFill>
              <a:srgbClr val="F8F3E2"/>
            </a:solidFill>
            <a:ln>
              <a:noFill/>
            </a:ln>
          </p:spPr>
        </p:sp>
      </p:grpSp>
      <p:grpSp>
        <p:nvGrpSpPr>
          <p:cNvPr id="122" name="Google Shape;122;p7"/>
          <p:cNvGrpSpPr/>
          <p:nvPr/>
        </p:nvGrpSpPr>
        <p:grpSpPr>
          <a:xfrm>
            <a:off x="-9525" y="500452"/>
            <a:ext cx="18288118" cy="866149"/>
            <a:chOff x="0" y="-47625"/>
            <a:chExt cx="4816592" cy="228120"/>
          </a:xfrm>
        </p:grpSpPr>
        <p:sp>
          <p:nvSpPr>
            <p:cNvPr id="123" name="Google Shape;123;p7"/>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BFCDAC"/>
            </a:solidFill>
            <a:ln>
              <a:noFill/>
            </a:ln>
          </p:spPr>
        </p:sp>
        <p:sp>
          <p:nvSpPr>
            <p:cNvPr id="124" name="Google Shape;124;p7"/>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125" name="Google Shape;125;p7"/>
          <p:cNvCxnSpPr/>
          <p:nvPr/>
        </p:nvCxnSpPr>
        <p:spPr>
          <a:xfrm>
            <a:off x="9134475" y="700329"/>
            <a:ext cx="0" cy="666300"/>
          </a:xfrm>
          <a:prstGeom prst="straightConnector1">
            <a:avLst/>
          </a:prstGeom>
          <a:noFill/>
          <a:ln cap="flat" cmpd="sng" w="19050">
            <a:solidFill>
              <a:srgbClr val="333333"/>
            </a:solidFill>
            <a:prstDash val="solid"/>
            <a:round/>
            <a:headEnd len="sm" w="sm" type="none"/>
            <a:tailEnd len="sm" w="sm" type="none"/>
          </a:ln>
        </p:spPr>
      </p:cxnSp>
      <p:cxnSp>
        <p:nvCxnSpPr>
          <p:cNvPr id="126" name="Google Shape;126;p7"/>
          <p:cNvCxnSpPr/>
          <p:nvPr/>
        </p:nvCxnSpPr>
        <p:spPr>
          <a:xfrm>
            <a:off x="-9525" y="681279"/>
            <a:ext cx="18288000" cy="0"/>
          </a:xfrm>
          <a:prstGeom prst="straightConnector1">
            <a:avLst/>
          </a:prstGeom>
          <a:noFill/>
          <a:ln cap="flat" cmpd="sng" w="19050">
            <a:solidFill>
              <a:srgbClr val="333333"/>
            </a:solidFill>
            <a:prstDash val="solid"/>
            <a:round/>
            <a:headEnd len="sm" w="sm" type="none"/>
            <a:tailEnd len="sm" w="sm" type="none"/>
          </a:ln>
        </p:spPr>
      </p:cxnSp>
      <p:sp>
        <p:nvSpPr>
          <p:cNvPr id="127" name="Google Shape;127;p7"/>
          <p:cNvSpPr/>
          <p:nvPr>
            <p:ph idx="2" type="pic"/>
          </p:nvPr>
        </p:nvSpPr>
        <p:spPr>
          <a:xfrm>
            <a:off x="9791075" y="2507525"/>
            <a:ext cx="7453200" cy="5235000"/>
          </a:xfrm>
          <a:prstGeom prst="rect">
            <a:avLst/>
          </a:prstGeom>
          <a:noFill/>
          <a:ln>
            <a:noFill/>
          </a:ln>
        </p:spPr>
      </p:sp>
      <p:cxnSp>
        <p:nvCxnSpPr>
          <p:cNvPr id="128" name="Google Shape;128;p7"/>
          <p:cNvCxnSpPr/>
          <p:nvPr/>
        </p:nvCxnSpPr>
        <p:spPr>
          <a:xfrm>
            <a:off x="-9525" y="1357071"/>
            <a:ext cx="18288000" cy="0"/>
          </a:xfrm>
          <a:prstGeom prst="straightConnector1">
            <a:avLst/>
          </a:prstGeom>
          <a:noFill/>
          <a:ln cap="flat" cmpd="sng" w="19050">
            <a:solidFill>
              <a:srgbClr val="333333"/>
            </a:solidFill>
            <a:prstDash val="solid"/>
            <a:round/>
            <a:headEnd len="sm" w="sm" type="none"/>
            <a:tailEnd len="sm" w="sm" type="none"/>
          </a:ln>
        </p:spPr>
      </p:cxnSp>
      <p:grpSp>
        <p:nvGrpSpPr>
          <p:cNvPr id="129" name="Google Shape;129;p7"/>
          <p:cNvGrpSpPr/>
          <p:nvPr/>
        </p:nvGrpSpPr>
        <p:grpSpPr>
          <a:xfrm>
            <a:off x="708480" y="4564057"/>
            <a:ext cx="4747644" cy="478409"/>
            <a:chOff x="0" y="-38100"/>
            <a:chExt cx="1250400" cy="126000"/>
          </a:xfrm>
        </p:grpSpPr>
        <p:sp>
          <p:nvSpPr>
            <p:cNvPr id="130" name="Google Shape;130;p7"/>
            <p:cNvSpPr/>
            <p:nvPr/>
          </p:nvSpPr>
          <p:spPr>
            <a:xfrm>
              <a:off x="0" y="0"/>
              <a:ext cx="1250389" cy="87858"/>
            </a:xfrm>
            <a:custGeom>
              <a:rect b="b" l="l" r="r" t="t"/>
              <a:pathLst>
                <a:path extrusionOk="0" h="87858" w="1250389">
                  <a:moveTo>
                    <a:pt x="0" y="0"/>
                  </a:moveTo>
                  <a:lnTo>
                    <a:pt x="1250389" y="0"/>
                  </a:lnTo>
                  <a:lnTo>
                    <a:pt x="1250389" y="87858"/>
                  </a:lnTo>
                  <a:lnTo>
                    <a:pt x="0" y="87858"/>
                  </a:lnTo>
                  <a:close/>
                </a:path>
              </a:pathLst>
            </a:custGeom>
            <a:solidFill>
              <a:srgbClr val="596548"/>
            </a:solidFill>
            <a:ln>
              <a:noFill/>
            </a:ln>
          </p:spPr>
        </p:sp>
        <p:sp>
          <p:nvSpPr>
            <p:cNvPr id="131" name="Google Shape;131;p7"/>
            <p:cNvSpPr txBox="1"/>
            <p:nvPr/>
          </p:nvSpPr>
          <p:spPr>
            <a:xfrm>
              <a:off x="0" y="-38100"/>
              <a:ext cx="1250400" cy="126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32" name="Google Shape;132;p7"/>
          <p:cNvSpPr txBox="1"/>
          <p:nvPr>
            <p:ph idx="1" type="body"/>
          </p:nvPr>
        </p:nvSpPr>
        <p:spPr>
          <a:xfrm>
            <a:off x="670013" y="766213"/>
            <a:ext cx="5496600" cy="413100"/>
          </a:xfrm>
          <a:prstGeom prst="rect">
            <a:avLst/>
          </a:prstGeom>
        </p:spPr>
        <p:txBody>
          <a:bodyPr anchorCtr="0" anchor="t" bIns="0" lIns="0" spcFirstLastPara="1" rIns="0" wrap="square" tIns="0">
            <a:noAutofit/>
          </a:bodyPr>
          <a:lstStyle>
            <a:lvl1pPr indent="-361950" lvl="0" marL="457200" rtl="0">
              <a:spcBef>
                <a:spcPts val="640"/>
              </a:spcBef>
              <a:spcAft>
                <a:spcPts val="0"/>
              </a:spcAft>
              <a:buClr>
                <a:schemeClr val="lt2"/>
              </a:buClr>
              <a:buSzPts val="2100"/>
              <a:buChar char="•"/>
              <a:defRPr b="0" sz="2100">
                <a:solidFill>
                  <a:schemeClr val="lt2"/>
                </a:solidFill>
              </a:defRPr>
            </a:lvl1pPr>
            <a:lvl2pPr indent="-361950" lvl="1" marL="914400" rtl="0">
              <a:spcBef>
                <a:spcPts val="560"/>
              </a:spcBef>
              <a:spcAft>
                <a:spcPts val="0"/>
              </a:spcAft>
              <a:buClr>
                <a:schemeClr val="lt2"/>
              </a:buClr>
              <a:buSzPts val="2100"/>
              <a:buChar char="–"/>
              <a:defRPr>
                <a:solidFill>
                  <a:schemeClr val="lt2"/>
                </a:solidFill>
              </a:defRPr>
            </a:lvl2pPr>
            <a:lvl3pPr indent="-361950" lvl="2" marL="1371600" rtl="0">
              <a:spcBef>
                <a:spcPts val="480"/>
              </a:spcBef>
              <a:spcAft>
                <a:spcPts val="0"/>
              </a:spcAft>
              <a:buClr>
                <a:schemeClr val="lt2"/>
              </a:buClr>
              <a:buSzPts val="2100"/>
              <a:buChar char="•"/>
              <a:defRPr>
                <a:solidFill>
                  <a:schemeClr val="lt2"/>
                </a:solidFill>
              </a:defRPr>
            </a:lvl3pPr>
            <a:lvl4pPr indent="-361950" lvl="3" marL="1828800" rtl="0">
              <a:spcBef>
                <a:spcPts val="400"/>
              </a:spcBef>
              <a:spcAft>
                <a:spcPts val="0"/>
              </a:spcAft>
              <a:buClr>
                <a:schemeClr val="lt2"/>
              </a:buClr>
              <a:buSzPts val="2100"/>
              <a:buChar char="–"/>
              <a:defRPr>
                <a:solidFill>
                  <a:schemeClr val="lt2"/>
                </a:solidFill>
              </a:defRPr>
            </a:lvl4pPr>
            <a:lvl5pPr indent="-361950" lvl="4" marL="2286000" rtl="0">
              <a:spcBef>
                <a:spcPts val="400"/>
              </a:spcBef>
              <a:spcAft>
                <a:spcPts val="0"/>
              </a:spcAft>
              <a:buClr>
                <a:schemeClr val="lt2"/>
              </a:buClr>
              <a:buSzPts val="2100"/>
              <a:buChar char="»"/>
              <a:defRPr>
                <a:solidFill>
                  <a:schemeClr val="lt2"/>
                </a:solidFill>
              </a:defRPr>
            </a:lvl5pPr>
            <a:lvl6pPr indent="-361950" lvl="5" marL="2743200" rtl="0">
              <a:spcBef>
                <a:spcPts val="400"/>
              </a:spcBef>
              <a:spcAft>
                <a:spcPts val="0"/>
              </a:spcAft>
              <a:buClr>
                <a:schemeClr val="lt2"/>
              </a:buClr>
              <a:buSzPts val="2100"/>
              <a:buChar char="•"/>
              <a:defRPr>
                <a:solidFill>
                  <a:schemeClr val="lt2"/>
                </a:solidFill>
              </a:defRPr>
            </a:lvl6pPr>
            <a:lvl7pPr indent="-361950" lvl="6" marL="3200400" rtl="0">
              <a:spcBef>
                <a:spcPts val="400"/>
              </a:spcBef>
              <a:spcAft>
                <a:spcPts val="0"/>
              </a:spcAft>
              <a:buClr>
                <a:schemeClr val="lt2"/>
              </a:buClr>
              <a:buSzPts val="2100"/>
              <a:buChar char="•"/>
              <a:defRPr>
                <a:solidFill>
                  <a:schemeClr val="lt2"/>
                </a:solidFill>
              </a:defRPr>
            </a:lvl7pPr>
            <a:lvl8pPr indent="-361950" lvl="7" marL="3657600" rtl="0">
              <a:spcBef>
                <a:spcPts val="400"/>
              </a:spcBef>
              <a:spcAft>
                <a:spcPts val="0"/>
              </a:spcAft>
              <a:buClr>
                <a:schemeClr val="lt2"/>
              </a:buClr>
              <a:buSzPts val="2100"/>
              <a:buChar char="•"/>
              <a:defRPr>
                <a:solidFill>
                  <a:schemeClr val="lt2"/>
                </a:solidFill>
              </a:defRPr>
            </a:lvl8pPr>
            <a:lvl9pPr indent="-361950" lvl="8" marL="4114800" rtl="0">
              <a:spcBef>
                <a:spcPts val="400"/>
              </a:spcBef>
              <a:spcAft>
                <a:spcPts val="0"/>
              </a:spcAft>
              <a:buClr>
                <a:schemeClr val="lt2"/>
              </a:buClr>
              <a:buSzPts val="2100"/>
              <a:buChar char="•"/>
              <a:defRPr>
                <a:solidFill>
                  <a:schemeClr val="lt2"/>
                </a:solidFill>
              </a:defRPr>
            </a:lvl9pPr>
          </a:lstStyle>
          <a:p/>
        </p:txBody>
      </p:sp>
      <p:sp>
        <p:nvSpPr>
          <p:cNvPr id="133" name="Google Shape;133;p7"/>
          <p:cNvSpPr txBox="1"/>
          <p:nvPr>
            <p:ph idx="3" type="body"/>
          </p:nvPr>
        </p:nvSpPr>
        <p:spPr>
          <a:xfrm>
            <a:off x="12617438" y="817225"/>
            <a:ext cx="5019600" cy="362100"/>
          </a:xfrm>
          <a:prstGeom prst="rect">
            <a:avLst/>
          </a:prstGeom>
        </p:spPr>
        <p:txBody>
          <a:bodyPr anchorCtr="0" anchor="t" bIns="0" lIns="0" spcFirstLastPara="1" rIns="0" wrap="square" tIns="0">
            <a:noAutofit/>
          </a:bodyPr>
          <a:lstStyle>
            <a:lvl1pPr indent="-361950" lvl="0" marL="457200" rtl="0" algn="r">
              <a:spcBef>
                <a:spcPts val="640"/>
              </a:spcBef>
              <a:spcAft>
                <a:spcPts val="0"/>
              </a:spcAft>
              <a:buClr>
                <a:schemeClr val="lt2"/>
              </a:buClr>
              <a:buSzPts val="2100"/>
              <a:buChar char="•"/>
              <a:defRPr b="0" sz="2100">
                <a:solidFill>
                  <a:schemeClr val="lt2"/>
                </a:solidFill>
              </a:defRPr>
            </a:lvl1pPr>
            <a:lvl2pPr indent="-361950" lvl="1" marL="914400" rtl="0" algn="r">
              <a:spcBef>
                <a:spcPts val="560"/>
              </a:spcBef>
              <a:spcAft>
                <a:spcPts val="0"/>
              </a:spcAft>
              <a:buClr>
                <a:schemeClr val="lt2"/>
              </a:buClr>
              <a:buSzPts val="2100"/>
              <a:buChar char="–"/>
              <a:defRPr>
                <a:solidFill>
                  <a:schemeClr val="lt2"/>
                </a:solidFill>
              </a:defRPr>
            </a:lvl2pPr>
            <a:lvl3pPr indent="-361950" lvl="2" marL="1371600" rtl="0" algn="r">
              <a:spcBef>
                <a:spcPts val="480"/>
              </a:spcBef>
              <a:spcAft>
                <a:spcPts val="0"/>
              </a:spcAft>
              <a:buClr>
                <a:schemeClr val="lt2"/>
              </a:buClr>
              <a:buSzPts val="2100"/>
              <a:buChar char="•"/>
              <a:defRPr>
                <a:solidFill>
                  <a:schemeClr val="lt2"/>
                </a:solidFill>
              </a:defRPr>
            </a:lvl3pPr>
            <a:lvl4pPr indent="-361950" lvl="3" marL="1828800" rtl="0" algn="r">
              <a:spcBef>
                <a:spcPts val="400"/>
              </a:spcBef>
              <a:spcAft>
                <a:spcPts val="0"/>
              </a:spcAft>
              <a:buClr>
                <a:schemeClr val="lt2"/>
              </a:buClr>
              <a:buSzPts val="2100"/>
              <a:buChar char="–"/>
              <a:defRPr>
                <a:solidFill>
                  <a:schemeClr val="lt2"/>
                </a:solidFill>
              </a:defRPr>
            </a:lvl4pPr>
            <a:lvl5pPr indent="-361950" lvl="4" marL="2286000" rtl="0" algn="r">
              <a:spcBef>
                <a:spcPts val="400"/>
              </a:spcBef>
              <a:spcAft>
                <a:spcPts val="0"/>
              </a:spcAft>
              <a:buClr>
                <a:schemeClr val="lt2"/>
              </a:buClr>
              <a:buSzPts val="2100"/>
              <a:buChar char="»"/>
              <a:defRPr>
                <a:solidFill>
                  <a:schemeClr val="lt2"/>
                </a:solidFill>
              </a:defRPr>
            </a:lvl5pPr>
            <a:lvl6pPr indent="-361950" lvl="5" marL="2743200" rtl="0" algn="r">
              <a:spcBef>
                <a:spcPts val="400"/>
              </a:spcBef>
              <a:spcAft>
                <a:spcPts val="0"/>
              </a:spcAft>
              <a:buClr>
                <a:schemeClr val="lt2"/>
              </a:buClr>
              <a:buSzPts val="2100"/>
              <a:buChar char="•"/>
              <a:defRPr>
                <a:solidFill>
                  <a:schemeClr val="lt2"/>
                </a:solidFill>
              </a:defRPr>
            </a:lvl6pPr>
            <a:lvl7pPr indent="-361950" lvl="6" marL="3200400" rtl="0" algn="r">
              <a:spcBef>
                <a:spcPts val="400"/>
              </a:spcBef>
              <a:spcAft>
                <a:spcPts val="0"/>
              </a:spcAft>
              <a:buClr>
                <a:schemeClr val="lt2"/>
              </a:buClr>
              <a:buSzPts val="2100"/>
              <a:buChar char="•"/>
              <a:defRPr>
                <a:solidFill>
                  <a:schemeClr val="lt2"/>
                </a:solidFill>
              </a:defRPr>
            </a:lvl7pPr>
            <a:lvl8pPr indent="-361950" lvl="7" marL="3657600" rtl="0" algn="r">
              <a:spcBef>
                <a:spcPts val="400"/>
              </a:spcBef>
              <a:spcAft>
                <a:spcPts val="0"/>
              </a:spcAft>
              <a:buClr>
                <a:schemeClr val="lt2"/>
              </a:buClr>
              <a:buSzPts val="2100"/>
              <a:buChar char="•"/>
              <a:defRPr>
                <a:solidFill>
                  <a:schemeClr val="lt2"/>
                </a:solidFill>
              </a:defRPr>
            </a:lvl8pPr>
            <a:lvl9pPr indent="-361950" lvl="8" marL="4114800" rtl="0" algn="r">
              <a:spcBef>
                <a:spcPts val="400"/>
              </a:spcBef>
              <a:spcAft>
                <a:spcPts val="0"/>
              </a:spcAft>
              <a:buClr>
                <a:schemeClr val="lt2"/>
              </a:buClr>
              <a:buSzPts val="2100"/>
              <a:buChar char="•"/>
              <a:defRPr>
                <a:solidFill>
                  <a:schemeClr val="lt2"/>
                </a:solidFill>
              </a:defRPr>
            </a:lvl9pPr>
          </a:lstStyle>
          <a:p/>
        </p:txBody>
      </p:sp>
      <p:sp>
        <p:nvSpPr>
          <p:cNvPr id="134" name="Google Shape;134;p7"/>
          <p:cNvSpPr txBox="1"/>
          <p:nvPr>
            <p:ph type="title"/>
          </p:nvPr>
        </p:nvSpPr>
        <p:spPr>
          <a:xfrm>
            <a:off x="670025" y="3061275"/>
            <a:ext cx="9120900" cy="1259700"/>
          </a:xfrm>
          <a:prstGeom prst="rect">
            <a:avLst/>
          </a:prstGeom>
        </p:spPr>
        <p:txBody>
          <a:bodyPr anchorCtr="0" anchor="t" bIns="0" lIns="0" spcFirstLastPara="1" rIns="0" wrap="square" tIns="0">
            <a:noAutofit/>
          </a:bodyPr>
          <a:lstStyle>
            <a:lvl1pPr lvl="0">
              <a:spcBef>
                <a:spcPts val="0"/>
              </a:spcBef>
              <a:spcAft>
                <a:spcPts val="0"/>
              </a:spcAft>
              <a:buSzPts val="11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5" name="Google Shape;135;p7"/>
          <p:cNvSpPr txBox="1"/>
          <p:nvPr>
            <p:ph idx="4" type="body"/>
          </p:nvPr>
        </p:nvSpPr>
        <p:spPr>
          <a:xfrm>
            <a:off x="744325" y="5466050"/>
            <a:ext cx="8187600" cy="2276400"/>
          </a:xfrm>
          <a:prstGeom prst="rect">
            <a:avLst/>
          </a:prstGeom>
        </p:spPr>
        <p:txBody>
          <a:bodyPr anchorCtr="0" anchor="t" bIns="0" lIns="0" spcFirstLastPara="1" rIns="0" wrap="square" tIns="0">
            <a:noAutofit/>
          </a:bodyPr>
          <a:lstStyle>
            <a:lvl1pPr indent="-361950" lvl="0" marL="457200">
              <a:spcBef>
                <a:spcPts val="640"/>
              </a:spcBef>
              <a:spcAft>
                <a:spcPts val="0"/>
              </a:spcAft>
              <a:buSzPts val="2100"/>
              <a:buChar char="•"/>
              <a:defRPr b="0" sz="2100"/>
            </a:lvl1pPr>
            <a:lvl2pPr indent="-361950" lvl="1" marL="914400">
              <a:spcBef>
                <a:spcPts val="560"/>
              </a:spcBef>
              <a:spcAft>
                <a:spcPts val="0"/>
              </a:spcAft>
              <a:buSzPts val="2100"/>
              <a:buChar char="–"/>
              <a:defRPr/>
            </a:lvl2pPr>
            <a:lvl3pPr indent="-361950" lvl="2" marL="1371600">
              <a:spcBef>
                <a:spcPts val="480"/>
              </a:spcBef>
              <a:spcAft>
                <a:spcPts val="0"/>
              </a:spcAft>
              <a:buSzPts val="2100"/>
              <a:buChar char="•"/>
              <a:defRPr/>
            </a:lvl3pPr>
            <a:lvl4pPr indent="-361950" lvl="3" marL="1828800">
              <a:spcBef>
                <a:spcPts val="400"/>
              </a:spcBef>
              <a:spcAft>
                <a:spcPts val="0"/>
              </a:spcAft>
              <a:buSzPts val="2100"/>
              <a:buChar char="–"/>
              <a:defRPr/>
            </a:lvl4pPr>
            <a:lvl5pPr indent="-361950" lvl="4" marL="2286000">
              <a:spcBef>
                <a:spcPts val="400"/>
              </a:spcBef>
              <a:spcAft>
                <a:spcPts val="0"/>
              </a:spcAft>
              <a:buSzPts val="2100"/>
              <a:buChar char="»"/>
              <a:defRPr/>
            </a:lvl5pPr>
            <a:lvl6pPr indent="-361950" lvl="5" marL="2743200">
              <a:spcBef>
                <a:spcPts val="400"/>
              </a:spcBef>
              <a:spcAft>
                <a:spcPts val="0"/>
              </a:spcAft>
              <a:buSzPts val="2100"/>
              <a:buChar char="•"/>
              <a:defRPr/>
            </a:lvl6pPr>
            <a:lvl7pPr indent="-361950" lvl="6" marL="3200400">
              <a:spcBef>
                <a:spcPts val="400"/>
              </a:spcBef>
              <a:spcAft>
                <a:spcPts val="0"/>
              </a:spcAft>
              <a:buSzPts val="2100"/>
              <a:buChar char="•"/>
              <a:defRPr/>
            </a:lvl7pPr>
            <a:lvl8pPr indent="-361950" lvl="7" marL="3657600">
              <a:spcBef>
                <a:spcPts val="400"/>
              </a:spcBef>
              <a:spcAft>
                <a:spcPts val="0"/>
              </a:spcAft>
              <a:buSzPts val="2100"/>
              <a:buChar char="•"/>
              <a:defRPr/>
            </a:lvl8pPr>
            <a:lvl9pPr indent="-361950" lvl="8" marL="4114800">
              <a:spcBef>
                <a:spcPts val="400"/>
              </a:spcBef>
              <a:spcAft>
                <a:spcPts val="0"/>
              </a:spcAft>
              <a:buSzPts val="2100"/>
              <a:buChar char="•"/>
              <a:defRPr/>
            </a:lvl9pPr>
          </a:lstStyle>
          <a:p/>
        </p:txBody>
      </p:sp>
      <p:sp>
        <p:nvSpPr>
          <p:cNvPr id="136" name="Google Shape;136;p7"/>
          <p:cNvSpPr txBox="1"/>
          <p:nvPr/>
        </p:nvSpPr>
        <p:spPr>
          <a:xfrm>
            <a:off x="8741225" y="9016050"/>
            <a:ext cx="763500" cy="362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400">
                <a:solidFill>
                  <a:schemeClr val="dk1"/>
                </a:solidFill>
                <a:latin typeface="Playfair Display"/>
                <a:ea typeface="Playfair Display"/>
                <a:cs typeface="Playfair Display"/>
                <a:sym typeface="Playfair Display"/>
              </a:rPr>
              <a:t>00</a:t>
            </a:r>
            <a:endParaRPr b="1" sz="2400">
              <a:solidFill>
                <a:schemeClr val="lt2"/>
              </a:solidFill>
              <a:latin typeface="Playfair Display"/>
              <a:ea typeface="Playfair Display"/>
              <a:cs typeface="Playfair Display"/>
              <a:sym typeface="Playfair Display"/>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p:cSld name="CUSTOM">
    <p:spTree>
      <p:nvGrpSpPr>
        <p:cNvPr id="137" name="Shape 137"/>
        <p:cNvGrpSpPr/>
        <p:nvPr/>
      </p:nvGrpSpPr>
      <p:grpSpPr>
        <a:xfrm>
          <a:off x="0" y="0"/>
          <a:ext cx="0" cy="0"/>
          <a:chOff x="0" y="0"/>
          <a:chExt cx="0" cy="0"/>
        </a:xfrm>
      </p:grpSpPr>
      <p:grpSp>
        <p:nvGrpSpPr>
          <p:cNvPr id="138" name="Google Shape;138;p8"/>
          <p:cNvGrpSpPr/>
          <p:nvPr/>
        </p:nvGrpSpPr>
        <p:grpSpPr>
          <a:xfrm>
            <a:off x="0" y="-180827"/>
            <a:ext cx="18288118" cy="866149"/>
            <a:chOff x="0" y="-47625"/>
            <a:chExt cx="4816592" cy="228120"/>
          </a:xfrm>
        </p:grpSpPr>
        <p:sp>
          <p:nvSpPr>
            <p:cNvPr id="139" name="Google Shape;139;p8"/>
            <p:cNvSpPr/>
            <p:nvPr/>
          </p:nvSpPr>
          <p:spPr>
            <a:xfrm>
              <a:off x="0" y="0"/>
              <a:ext cx="4816592" cy="180495"/>
            </a:xfrm>
            <a:custGeom>
              <a:rect b="b" l="l" r="r" t="t"/>
              <a:pathLst>
                <a:path extrusionOk="0" h="180495" w="4816592">
                  <a:moveTo>
                    <a:pt x="0" y="0"/>
                  </a:moveTo>
                  <a:lnTo>
                    <a:pt x="4816592" y="0"/>
                  </a:lnTo>
                  <a:lnTo>
                    <a:pt x="4816592" y="180495"/>
                  </a:lnTo>
                  <a:lnTo>
                    <a:pt x="0" y="180495"/>
                  </a:lnTo>
                  <a:close/>
                </a:path>
              </a:pathLst>
            </a:custGeom>
            <a:solidFill>
              <a:srgbClr val="333333"/>
            </a:solidFill>
            <a:ln>
              <a:noFill/>
            </a:ln>
          </p:spPr>
        </p:sp>
        <p:sp>
          <p:nvSpPr>
            <p:cNvPr id="140" name="Google Shape;140;p8"/>
            <p:cNvSpPr txBox="1"/>
            <p:nvPr/>
          </p:nvSpPr>
          <p:spPr>
            <a:xfrm>
              <a:off x="0" y="-47625"/>
              <a:ext cx="4816500" cy="228000"/>
            </a:xfrm>
            <a:prstGeom prst="rect">
              <a:avLst/>
            </a:prstGeom>
            <a:noFill/>
            <a:ln>
              <a:noFill/>
            </a:ln>
          </p:spPr>
          <p:txBody>
            <a:bodyPr anchorCtr="0" anchor="ctr" bIns="50800" lIns="50800" spcFirstLastPara="1" rIns="50800" wrap="square" tIns="50800">
              <a:noAutofit/>
            </a:bodyPr>
            <a:lstStyle/>
            <a:p>
              <a:pPr indent="0" lvl="0" marL="0" marR="0" rtl="0" algn="ctr">
                <a:lnSpc>
                  <a:spcPct val="186611"/>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41" name="Google Shape;141;p8"/>
          <p:cNvGrpSpPr/>
          <p:nvPr/>
        </p:nvGrpSpPr>
        <p:grpSpPr>
          <a:xfrm>
            <a:off x="0" y="0"/>
            <a:ext cx="18288118" cy="10287066"/>
            <a:chOff x="0" y="0"/>
            <a:chExt cx="4816592" cy="2709333"/>
          </a:xfrm>
        </p:grpSpPr>
        <p:sp>
          <p:nvSpPr>
            <p:cNvPr id="142" name="Google Shape;142;p8"/>
            <p:cNvSpPr/>
            <p:nvPr/>
          </p:nvSpPr>
          <p:spPr>
            <a:xfrm>
              <a:off x="0" y="0"/>
              <a:ext cx="4816592" cy="2709333"/>
            </a:xfrm>
            <a:custGeom>
              <a:rect b="b" l="l" r="r" t="t"/>
              <a:pathLst>
                <a:path extrusionOk="0" h="2709333" w="4816592">
                  <a:moveTo>
                    <a:pt x="0" y="0"/>
                  </a:moveTo>
                  <a:lnTo>
                    <a:pt x="4816592" y="0"/>
                  </a:lnTo>
                  <a:lnTo>
                    <a:pt x="4816592" y="2709333"/>
                  </a:lnTo>
                  <a:lnTo>
                    <a:pt x="0" y="2709333"/>
                  </a:lnTo>
                  <a:close/>
                </a:path>
              </a:pathLst>
            </a:custGeom>
            <a:solidFill>
              <a:srgbClr val="000000">
                <a:alpha val="0"/>
              </a:srgbClr>
            </a:solidFill>
            <a:ln cap="sq" cmpd="sng" w="19050">
              <a:solidFill>
                <a:srgbClr val="000000"/>
              </a:solidFill>
              <a:prstDash val="solid"/>
              <a:miter lim="8000"/>
              <a:headEnd len="sm" w="sm" type="none"/>
              <a:tailEnd len="sm" w="sm" type="none"/>
            </a:ln>
          </p:spPr>
        </p:sp>
        <p:sp>
          <p:nvSpPr>
            <p:cNvPr id="143" name="Google Shape;143;p8"/>
            <p:cNvSpPr txBox="1"/>
            <p:nvPr/>
          </p:nvSpPr>
          <p:spPr>
            <a:xfrm>
              <a:off x="0" y="0"/>
              <a:ext cx="4816500" cy="2709300"/>
            </a:xfrm>
            <a:prstGeom prst="rect">
              <a:avLst/>
            </a:prstGeom>
            <a:noFill/>
            <a:ln>
              <a:noFill/>
            </a:ln>
          </p:spPr>
          <p:txBody>
            <a:bodyPr anchorCtr="0" anchor="ctr" bIns="50800" lIns="50800" spcFirstLastPara="1" rIns="50800" wrap="square" tIns="50800">
              <a:noAutofit/>
            </a:bodyPr>
            <a:lstStyle/>
            <a:p>
              <a:pPr indent="0" lvl="0" marL="0" marR="0" rtl="0" algn="l">
                <a:lnSpc>
                  <a:spcPct val="733333"/>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144" name="Google Shape;144;p8"/>
          <p:cNvCxnSpPr/>
          <p:nvPr/>
        </p:nvCxnSpPr>
        <p:spPr>
          <a:xfrm>
            <a:off x="-19050" y="6033520"/>
            <a:ext cx="18307200" cy="0"/>
          </a:xfrm>
          <a:prstGeom prst="straightConnector1">
            <a:avLst/>
          </a:prstGeom>
          <a:noFill/>
          <a:ln cap="flat" cmpd="sng" w="19050">
            <a:solidFill>
              <a:srgbClr val="333333"/>
            </a:solidFill>
            <a:prstDash val="solid"/>
            <a:round/>
            <a:headEnd len="sm" w="sm" type="none"/>
            <a:tailEnd len="sm" w="sm" type="none"/>
          </a:ln>
        </p:spPr>
      </p:cxnSp>
      <p:cxnSp>
        <p:nvCxnSpPr>
          <p:cNvPr id="145" name="Google Shape;145;p8"/>
          <p:cNvCxnSpPr/>
          <p:nvPr/>
        </p:nvCxnSpPr>
        <p:spPr>
          <a:xfrm>
            <a:off x="0" y="9525"/>
            <a:ext cx="18288000" cy="0"/>
          </a:xfrm>
          <a:prstGeom prst="straightConnector1">
            <a:avLst/>
          </a:prstGeom>
          <a:noFill/>
          <a:ln cap="flat" cmpd="sng" w="19050">
            <a:solidFill>
              <a:srgbClr val="333333"/>
            </a:solidFill>
            <a:prstDash val="solid"/>
            <a:round/>
            <a:headEnd len="sm" w="sm" type="none"/>
            <a:tailEnd len="sm" w="sm" type="none"/>
          </a:ln>
        </p:spPr>
      </p:cxnSp>
      <p:sp>
        <p:nvSpPr>
          <p:cNvPr id="146" name="Google Shape;146;p8"/>
          <p:cNvSpPr/>
          <p:nvPr>
            <p:ph idx="2" type="pic"/>
          </p:nvPr>
        </p:nvSpPr>
        <p:spPr>
          <a:xfrm>
            <a:off x="-19075" y="690900"/>
            <a:ext cx="18288000" cy="5322000"/>
          </a:xfrm>
          <a:prstGeom prst="rect">
            <a:avLst/>
          </a:prstGeom>
          <a:noFill/>
          <a:ln>
            <a:noFill/>
          </a:ln>
        </p:spPr>
      </p:sp>
      <p:cxnSp>
        <p:nvCxnSpPr>
          <p:cNvPr id="147" name="Google Shape;147;p8"/>
          <p:cNvCxnSpPr/>
          <p:nvPr/>
        </p:nvCxnSpPr>
        <p:spPr>
          <a:xfrm>
            <a:off x="0" y="675792"/>
            <a:ext cx="18288000" cy="0"/>
          </a:xfrm>
          <a:prstGeom prst="straightConnector1">
            <a:avLst/>
          </a:prstGeom>
          <a:noFill/>
          <a:ln cap="flat" cmpd="sng" w="19050">
            <a:solidFill>
              <a:srgbClr val="333333"/>
            </a:solidFill>
            <a:prstDash val="solid"/>
            <a:round/>
            <a:headEnd len="sm" w="sm" type="none"/>
            <a:tailEnd len="sm" w="sm" type="none"/>
          </a:ln>
        </p:spPr>
      </p:cxnSp>
      <p:sp>
        <p:nvSpPr>
          <p:cNvPr id="148" name="Google Shape;148;p8"/>
          <p:cNvSpPr txBox="1"/>
          <p:nvPr>
            <p:ph type="title"/>
          </p:nvPr>
        </p:nvSpPr>
        <p:spPr>
          <a:xfrm>
            <a:off x="190850" y="6244725"/>
            <a:ext cx="17768400" cy="3778800"/>
          </a:xfrm>
          <a:prstGeom prst="rect">
            <a:avLst/>
          </a:prstGeom>
        </p:spPr>
        <p:txBody>
          <a:bodyPr anchorCtr="0" anchor="t" bIns="0" lIns="0" spcFirstLastPara="1" rIns="0" wrap="square" tIns="0">
            <a:noAutofit/>
          </a:bodyPr>
          <a:lstStyle>
            <a:lvl1pPr lvl="0" algn="ctr">
              <a:spcBef>
                <a:spcPts val="0"/>
              </a:spcBef>
              <a:spcAft>
                <a:spcPts val="0"/>
              </a:spcAft>
              <a:buSzPts val="25000"/>
              <a:buNone/>
              <a:defRPr sz="2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9" name="Google Shape;149;p8"/>
          <p:cNvSpPr txBox="1"/>
          <p:nvPr>
            <p:ph idx="1" type="body"/>
          </p:nvPr>
        </p:nvSpPr>
        <p:spPr>
          <a:xfrm>
            <a:off x="706150" y="143663"/>
            <a:ext cx="5496600" cy="413100"/>
          </a:xfrm>
          <a:prstGeom prst="rect">
            <a:avLst/>
          </a:prstGeom>
        </p:spPr>
        <p:txBody>
          <a:bodyPr anchorCtr="0" anchor="t" bIns="0" lIns="0" spcFirstLastPara="1" rIns="0" wrap="square" tIns="0">
            <a:noAutofit/>
          </a:bodyPr>
          <a:lstStyle>
            <a:lvl1pPr indent="-361950" lvl="0" marL="457200">
              <a:spcBef>
                <a:spcPts val="640"/>
              </a:spcBef>
              <a:spcAft>
                <a:spcPts val="0"/>
              </a:spcAft>
              <a:buClr>
                <a:srgbClr val="BFCDAC"/>
              </a:buClr>
              <a:buSzPts val="2100"/>
              <a:buChar char="•"/>
              <a:defRPr b="0" sz="2100">
                <a:solidFill>
                  <a:srgbClr val="BFCDAC"/>
                </a:solidFill>
              </a:defRPr>
            </a:lvl1pPr>
            <a:lvl2pPr indent="-361950" lvl="1" marL="914400">
              <a:spcBef>
                <a:spcPts val="560"/>
              </a:spcBef>
              <a:spcAft>
                <a:spcPts val="0"/>
              </a:spcAft>
              <a:buClr>
                <a:schemeClr val="accent1"/>
              </a:buClr>
              <a:buSzPts val="2100"/>
              <a:buChar char="–"/>
              <a:defRPr>
                <a:solidFill>
                  <a:schemeClr val="accent1"/>
                </a:solidFill>
              </a:defRPr>
            </a:lvl2pPr>
            <a:lvl3pPr indent="-361950" lvl="2" marL="1371600">
              <a:spcBef>
                <a:spcPts val="480"/>
              </a:spcBef>
              <a:spcAft>
                <a:spcPts val="0"/>
              </a:spcAft>
              <a:buClr>
                <a:schemeClr val="accent1"/>
              </a:buClr>
              <a:buSzPts val="2100"/>
              <a:buChar char="•"/>
              <a:defRPr>
                <a:solidFill>
                  <a:schemeClr val="accent1"/>
                </a:solidFill>
              </a:defRPr>
            </a:lvl3pPr>
            <a:lvl4pPr indent="-361950" lvl="3" marL="1828800">
              <a:spcBef>
                <a:spcPts val="400"/>
              </a:spcBef>
              <a:spcAft>
                <a:spcPts val="0"/>
              </a:spcAft>
              <a:buClr>
                <a:schemeClr val="accent1"/>
              </a:buClr>
              <a:buSzPts val="2100"/>
              <a:buChar char="–"/>
              <a:defRPr>
                <a:solidFill>
                  <a:schemeClr val="accent1"/>
                </a:solidFill>
              </a:defRPr>
            </a:lvl4pPr>
            <a:lvl5pPr indent="-361950" lvl="4" marL="2286000">
              <a:spcBef>
                <a:spcPts val="400"/>
              </a:spcBef>
              <a:spcAft>
                <a:spcPts val="0"/>
              </a:spcAft>
              <a:buClr>
                <a:schemeClr val="accent1"/>
              </a:buClr>
              <a:buSzPts val="2100"/>
              <a:buChar char="»"/>
              <a:defRPr>
                <a:solidFill>
                  <a:schemeClr val="accent1"/>
                </a:solidFill>
              </a:defRPr>
            </a:lvl5pPr>
            <a:lvl6pPr indent="-361950" lvl="5" marL="2743200">
              <a:spcBef>
                <a:spcPts val="400"/>
              </a:spcBef>
              <a:spcAft>
                <a:spcPts val="0"/>
              </a:spcAft>
              <a:buClr>
                <a:schemeClr val="accent1"/>
              </a:buClr>
              <a:buSzPts val="2100"/>
              <a:buChar char="•"/>
              <a:defRPr>
                <a:solidFill>
                  <a:schemeClr val="accent1"/>
                </a:solidFill>
              </a:defRPr>
            </a:lvl6pPr>
            <a:lvl7pPr indent="-361950" lvl="6" marL="3200400">
              <a:spcBef>
                <a:spcPts val="400"/>
              </a:spcBef>
              <a:spcAft>
                <a:spcPts val="0"/>
              </a:spcAft>
              <a:buClr>
                <a:schemeClr val="accent1"/>
              </a:buClr>
              <a:buSzPts val="2100"/>
              <a:buChar char="•"/>
              <a:defRPr>
                <a:solidFill>
                  <a:schemeClr val="accent1"/>
                </a:solidFill>
              </a:defRPr>
            </a:lvl7pPr>
            <a:lvl8pPr indent="-361950" lvl="7" marL="3657600">
              <a:spcBef>
                <a:spcPts val="400"/>
              </a:spcBef>
              <a:spcAft>
                <a:spcPts val="0"/>
              </a:spcAft>
              <a:buClr>
                <a:schemeClr val="accent1"/>
              </a:buClr>
              <a:buSzPts val="2100"/>
              <a:buChar char="•"/>
              <a:defRPr>
                <a:solidFill>
                  <a:schemeClr val="accent1"/>
                </a:solidFill>
              </a:defRPr>
            </a:lvl8pPr>
            <a:lvl9pPr indent="-361950" lvl="8" marL="4114800">
              <a:spcBef>
                <a:spcPts val="400"/>
              </a:spcBef>
              <a:spcAft>
                <a:spcPts val="0"/>
              </a:spcAft>
              <a:buClr>
                <a:schemeClr val="accent1"/>
              </a:buClr>
              <a:buSzPts val="2100"/>
              <a:buChar char="•"/>
              <a:defRPr>
                <a:solidFill>
                  <a:schemeClr val="accent1"/>
                </a:solidFill>
              </a:defRPr>
            </a:lvl9pPr>
          </a:lstStyle>
          <a:p/>
        </p:txBody>
      </p:sp>
      <p:sp>
        <p:nvSpPr>
          <p:cNvPr id="150" name="Google Shape;150;p8"/>
          <p:cNvSpPr txBox="1"/>
          <p:nvPr>
            <p:ph idx="3" type="body"/>
          </p:nvPr>
        </p:nvSpPr>
        <p:spPr>
          <a:xfrm>
            <a:off x="12653575" y="194675"/>
            <a:ext cx="5019600" cy="362100"/>
          </a:xfrm>
          <a:prstGeom prst="rect">
            <a:avLst/>
          </a:prstGeom>
        </p:spPr>
        <p:txBody>
          <a:bodyPr anchorCtr="0" anchor="t" bIns="0" lIns="0" spcFirstLastPara="1" rIns="0" wrap="square" tIns="0">
            <a:noAutofit/>
          </a:bodyPr>
          <a:lstStyle>
            <a:lvl1pPr indent="-361950" lvl="0" marL="457200" algn="r">
              <a:spcBef>
                <a:spcPts val="640"/>
              </a:spcBef>
              <a:spcAft>
                <a:spcPts val="0"/>
              </a:spcAft>
              <a:buClr>
                <a:schemeClr val="accent1"/>
              </a:buClr>
              <a:buSzPts val="2100"/>
              <a:buChar char="•"/>
              <a:defRPr b="0" sz="2100">
                <a:solidFill>
                  <a:schemeClr val="accent1"/>
                </a:solidFill>
              </a:defRPr>
            </a:lvl1pPr>
            <a:lvl2pPr indent="-361950" lvl="1" marL="914400" algn="r">
              <a:spcBef>
                <a:spcPts val="560"/>
              </a:spcBef>
              <a:spcAft>
                <a:spcPts val="0"/>
              </a:spcAft>
              <a:buClr>
                <a:schemeClr val="accent1"/>
              </a:buClr>
              <a:buSzPts val="2100"/>
              <a:buChar char="–"/>
              <a:defRPr>
                <a:solidFill>
                  <a:schemeClr val="accent1"/>
                </a:solidFill>
              </a:defRPr>
            </a:lvl2pPr>
            <a:lvl3pPr indent="-361950" lvl="2" marL="1371600" algn="r">
              <a:spcBef>
                <a:spcPts val="480"/>
              </a:spcBef>
              <a:spcAft>
                <a:spcPts val="0"/>
              </a:spcAft>
              <a:buClr>
                <a:schemeClr val="accent1"/>
              </a:buClr>
              <a:buSzPts val="2100"/>
              <a:buChar char="•"/>
              <a:defRPr>
                <a:solidFill>
                  <a:schemeClr val="accent1"/>
                </a:solidFill>
              </a:defRPr>
            </a:lvl3pPr>
            <a:lvl4pPr indent="-361950" lvl="3" marL="1828800" algn="r">
              <a:spcBef>
                <a:spcPts val="400"/>
              </a:spcBef>
              <a:spcAft>
                <a:spcPts val="0"/>
              </a:spcAft>
              <a:buClr>
                <a:schemeClr val="accent1"/>
              </a:buClr>
              <a:buSzPts val="2100"/>
              <a:buChar char="–"/>
              <a:defRPr>
                <a:solidFill>
                  <a:schemeClr val="accent1"/>
                </a:solidFill>
              </a:defRPr>
            </a:lvl4pPr>
            <a:lvl5pPr indent="-361950" lvl="4" marL="2286000" algn="r">
              <a:spcBef>
                <a:spcPts val="400"/>
              </a:spcBef>
              <a:spcAft>
                <a:spcPts val="0"/>
              </a:spcAft>
              <a:buClr>
                <a:schemeClr val="accent1"/>
              </a:buClr>
              <a:buSzPts val="2100"/>
              <a:buChar char="»"/>
              <a:defRPr>
                <a:solidFill>
                  <a:schemeClr val="accent1"/>
                </a:solidFill>
              </a:defRPr>
            </a:lvl5pPr>
            <a:lvl6pPr indent="-361950" lvl="5" marL="2743200" algn="r">
              <a:spcBef>
                <a:spcPts val="400"/>
              </a:spcBef>
              <a:spcAft>
                <a:spcPts val="0"/>
              </a:spcAft>
              <a:buClr>
                <a:schemeClr val="accent1"/>
              </a:buClr>
              <a:buSzPts val="2100"/>
              <a:buChar char="•"/>
              <a:defRPr>
                <a:solidFill>
                  <a:schemeClr val="accent1"/>
                </a:solidFill>
              </a:defRPr>
            </a:lvl6pPr>
            <a:lvl7pPr indent="-361950" lvl="6" marL="3200400" algn="r">
              <a:spcBef>
                <a:spcPts val="400"/>
              </a:spcBef>
              <a:spcAft>
                <a:spcPts val="0"/>
              </a:spcAft>
              <a:buClr>
                <a:schemeClr val="accent1"/>
              </a:buClr>
              <a:buSzPts val="2100"/>
              <a:buChar char="•"/>
              <a:defRPr>
                <a:solidFill>
                  <a:schemeClr val="accent1"/>
                </a:solidFill>
              </a:defRPr>
            </a:lvl7pPr>
            <a:lvl8pPr indent="-361950" lvl="7" marL="3657600" algn="r">
              <a:spcBef>
                <a:spcPts val="400"/>
              </a:spcBef>
              <a:spcAft>
                <a:spcPts val="0"/>
              </a:spcAft>
              <a:buClr>
                <a:schemeClr val="accent1"/>
              </a:buClr>
              <a:buSzPts val="2100"/>
              <a:buChar char="•"/>
              <a:defRPr>
                <a:solidFill>
                  <a:schemeClr val="accent1"/>
                </a:solidFill>
              </a:defRPr>
            </a:lvl8pPr>
            <a:lvl9pPr indent="-361950" lvl="8" marL="4114800" algn="r">
              <a:spcBef>
                <a:spcPts val="400"/>
              </a:spcBef>
              <a:spcAft>
                <a:spcPts val="0"/>
              </a:spcAft>
              <a:buClr>
                <a:schemeClr val="accent1"/>
              </a:buClr>
              <a:buSzPts val="2100"/>
              <a:buChar char="•"/>
              <a:defRPr>
                <a:solidFill>
                  <a:schemeClr val="accent1"/>
                </a:solidFil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1" name="Shape 151"/>
        <p:cNvGrpSpPr/>
        <p:nvPr/>
      </p:nvGrpSpPr>
      <p:grpSpPr>
        <a:xfrm>
          <a:off x="0" y="0"/>
          <a:ext cx="0" cy="0"/>
          <a:chOff x="0" y="0"/>
          <a:chExt cx="0" cy="0"/>
        </a:xfrm>
      </p:grpSpPr>
      <p:sp>
        <p:nvSpPr>
          <p:cNvPr id="152" name="Google Shape;152;p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3" name="Google Shape;153;p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54" name="Google Shape;154;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5" name="Google Shape;155;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6" name="Google Shape;156;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7" name="Shape 157"/>
        <p:cNvGrpSpPr/>
        <p:nvPr/>
      </p:nvGrpSpPr>
      <p:grpSpPr>
        <a:xfrm>
          <a:off x="0" y="0"/>
          <a:ext cx="0" cy="0"/>
          <a:chOff x="0" y="0"/>
          <a:chExt cx="0" cy="0"/>
        </a:xfrm>
      </p:grpSpPr>
      <p:sp>
        <p:nvSpPr>
          <p:cNvPr id="158" name="Google Shape;158;p1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9" name="Google Shape;159;p1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60" name="Google Shape;160;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1" name="Google Shape;161;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2" name="Google Shape;162;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3" name="Shape 163"/>
        <p:cNvGrpSpPr/>
        <p:nvPr/>
      </p:nvGrpSpPr>
      <p:grpSpPr>
        <a:xfrm>
          <a:off x="0" y="0"/>
          <a:ext cx="0" cy="0"/>
          <a:chOff x="0" y="0"/>
          <a:chExt cx="0" cy="0"/>
        </a:xfrm>
      </p:grpSpPr>
      <p:sp>
        <p:nvSpPr>
          <p:cNvPr id="164" name="Google Shape;164;p1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5" name="Google Shape;165;p1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166" name="Google Shape;166;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7" name="Google Shape;167;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8" name="Google Shape;168;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69" name="Shape 169"/>
        <p:cNvGrpSpPr/>
        <p:nvPr/>
      </p:nvGrpSpPr>
      <p:grpSpPr>
        <a:xfrm>
          <a:off x="0" y="0"/>
          <a:ext cx="0" cy="0"/>
          <a:chOff x="0" y="0"/>
          <a:chExt cx="0" cy="0"/>
        </a:xfrm>
      </p:grpSpPr>
      <p:sp>
        <p:nvSpPr>
          <p:cNvPr id="170" name="Google Shape;170;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1" name="Google Shape;171;p1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172" name="Google Shape;172;p1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173" name="Google Shape;173;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4" name="Google Shape;174;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5" name="Google Shape;175;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76" name="Shape 176"/>
        <p:cNvGrpSpPr/>
        <p:nvPr/>
      </p:nvGrpSpPr>
      <p:grpSpPr>
        <a:xfrm>
          <a:off x="0" y="0"/>
          <a:ext cx="0" cy="0"/>
          <a:chOff x="0" y="0"/>
          <a:chExt cx="0" cy="0"/>
        </a:xfrm>
      </p:grpSpPr>
      <p:sp>
        <p:nvSpPr>
          <p:cNvPr id="177" name="Google Shape;177;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8" name="Google Shape;178;p1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179" name="Google Shape;179;p1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180" name="Google Shape;180;p1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181" name="Google Shape;181;p1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182" name="Google Shape;18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3" name="Google Shape;18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4" name="Google Shape;18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85" name="Shape 185"/>
        <p:cNvGrpSpPr/>
        <p:nvPr/>
      </p:nvGrpSpPr>
      <p:grpSpPr>
        <a:xfrm>
          <a:off x="0" y="0"/>
          <a:ext cx="0" cy="0"/>
          <a:chOff x="0" y="0"/>
          <a:chExt cx="0" cy="0"/>
        </a:xfrm>
      </p:grpSpPr>
      <p:sp>
        <p:nvSpPr>
          <p:cNvPr id="186" name="Google Shape;186;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7" name="Google Shape;18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8" name="Google Shape;18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9" name="Google Shape;18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90" name="Shape 190"/>
        <p:cNvGrpSpPr/>
        <p:nvPr/>
      </p:nvGrpSpPr>
      <p:grpSpPr>
        <a:xfrm>
          <a:off x="0" y="0"/>
          <a:ext cx="0" cy="0"/>
          <a:chOff x="0" y="0"/>
          <a:chExt cx="0" cy="0"/>
        </a:xfrm>
      </p:grpSpPr>
      <p:sp>
        <p:nvSpPr>
          <p:cNvPr id="191" name="Google Shape;191;p1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2" name="Google Shape;192;p1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193" name="Google Shape;193;p1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94" name="Google Shape;19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5" name="Google Shape;19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6" name="Google Shape;19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97" name="Shape 197"/>
        <p:cNvGrpSpPr/>
        <p:nvPr/>
      </p:nvGrpSpPr>
      <p:grpSpPr>
        <a:xfrm>
          <a:off x="0" y="0"/>
          <a:ext cx="0" cy="0"/>
          <a:chOff x="0" y="0"/>
          <a:chExt cx="0" cy="0"/>
        </a:xfrm>
      </p:grpSpPr>
      <p:sp>
        <p:nvSpPr>
          <p:cNvPr id="198" name="Google Shape;198;p1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9" name="Google Shape;199;p16"/>
          <p:cNvSpPr/>
          <p:nvPr>
            <p:ph idx="2" type="pic"/>
          </p:nvPr>
        </p:nvSpPr>
        <p:spPr>
          <a:xfrm>
            <a:off x="1792288" y="612775"/>
            <a:ext cx="5486400" cy="4114800"/>
          </a:xfrm>
          <a:prstGeom prst="rect">
            <a:avLst/>
          </a:prstGeom>
          <a:noFill/>
          <a:ln>
            <a:noFill/>
          </a:ln>
        </p:spPr>
      </p:sp>
      <p:sp>
        <p:nvSpPr>
          <p:cNvPr id="200" name="Google Shape;200;p1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201" name="Google Shape;201;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2" name="Google Shape;202;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3" name="Google Shape;203;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04" name="Shape 204"/>
        <p:cNvGrpSpPr/>
        <p:nvPr/>
      </p:nvGrpSpPr>
      <p:grpSpPr>
        <a:xfrm>
          <a:off x="0" y="0"/>
          <a:ext cx="0" cy="0"/>
          <a:chOff x="0" y="0"/>
          <a:chExt cx="0" cy="0"/>
        </a:xfrm>
      </p:grpSpPr>
      <p:sp>
        <p:nvSpPr>
          <p:cNvPr id="205" name="Google Shape;205;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6" name="Google Shape;206;p1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07" name="Google Shape;20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8" name="Google Shape;20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9" name="Google Shape;20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10" name="Shape 210"/>
        <p:cNvGrpSpPr/>
        <p:nvPr/>
      </p:nvGrpSpPr>
      <p:grpSpPr>
        <a:xfrm>
          <a:off x="0" y="0"/>
          <a:ext cx="0" cy="0"/>
          <a:chOff x="0" y="0"/>
          <a:chExt cx="0" cy="0"/>
        </a:xfrm>
      </p:grpSpPr>
      <p:sp>
        <p:nvSpPr>
          <p:cNvPr id="211" name="Google Shape;211;p1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2" name="Google Shape;212;p1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13" name="Google Shape;213;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4" name="Google Shape;214;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5" name="Google Shape;215;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0" lIns="0" spcFirstLastPara="1" rIns="0" wrap="square" tIns="0">
            <a:noAutofit/>
          </a:bodyPr>
          <a:lstStyle>
            <a:lvl1pPr lvl="0" marR="0" rtl="0">
              <a:spcBef>
                <a:spcPts val="0"/>
              </a:spcBef>
              <a:spcAft>
                <a:spcPts val="0"/>
              </a:spcAft>
              <a:buClr>
                <a:schemeClr val="dk1"/>
              </a:buClr>
              <a:buSzPts val="11000"/>
              <a:buFont typeface="Six Caps"/>
              <a:buNone/>
              <a:defRPr i="0" sz="11000" u="none" cap="none" strike="noStrike">
                <a:solidFill>
                  <a:schemeClr val="dk1"/>
                </a:solidFill>
                <a:latin typeface="Six Caps"/>
                <a:ea typeface="Six Caps"/>
                <a:cs typeface="Six Caps"/>
                <a:sym typeface="Six Cap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0" lIns="0" spcFirstLastPara="1" rIns="0" wrap="square" tIns="0">
            <a:noAutofit/>
          </a:bodyPr>
          <a:lstStyle>
            <a:lvl1pPr indent="-431800" lvl="0" marL="457200" marR="0" rtl="0" algn="l">
              <a:spcBef>
                <a:spcPts val="640"/>
              </a:spcBef>
              <a:spcAft>
                <a:spcPts val="0"/>
              </a:spcAft>
              <a:buClr>
                <a:schemeClr val="dk1"/>
              </a:buClr>
              <a:buSzPts val="3200"/>
              <a:buFont typeface="Playfair Display"/>
              <a:buChar char="•"/>
              <a:defRPr b="1" i="0" sz="3200" u="none" cap="none" strike="noStrike">
                <a:solidFill>
                  <a:schemeClr val="dk1"/>
                </a:solidFill>
                <a:latin typeface="Playfair Display"/>
                <a:ea typeface="Playfair Display"/>
                <a:cs typeface="Playfair Display"/>
                <a:sym typeface="Playfair Display"/>
              </a:defRPr>
            </a:lvl1pPr>
            <a:lvl2pPr indent="-361950" lvl="1" marL="914400" marR="0" rtl="0" algn="l">
              <a:spcBef>
                <a:spcPts val="56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2pPr>
            <a:lvl3pPr indent="-361950" lvl="2" marL="1371600" marR="0" rtl="0" algn="l">
              <a:spcBef>
                <a:spcPts val="48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3pPr>
            <a:lvl4pPr indent="-361950" lvl="3" marL="18288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4pPr>
            <a:lvl5pPr indent="-361950" lvl="4" marL="22860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5pPr>
            <a:lvl6pPr indent="-361950" lvl="5" marL="27432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6pPr>
            <a:lvl7pPr indent="-361950" lvl="6" marL="32004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7pPr>
            <a:lvl8pPr indent="-361950" lvl="7" marL="36576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8pPr>
            <a:lvl9pPr indent="-361950" lvl="8" marL="4114800" marR="0" rtl="0" algn="l">
              <a:spcBef>
                <a:spcPts val="400"/>
              </a:spcBef>
              <a:spcAft>
                <a:spcPts val="0"/>
              </a:spcAft>
              <a:buClr>
                <a:schemeClr val="dk1"/>
              </a:buClr>
              <a:buSzPts val="2100"/>
              <a:buFont typeface="Playfair Display"/>
              <a:buChar char="•"/>
              <a:defRPr i="0" sz="2100" u="none" cap="none" strike="noStrike">
                <a:solidFill>
                  <a:schemeClr val="dk1"/>
                </a:solidFill>
                <a:latin typeface="Playfair Display"/>
                <a:ea typeface="Playfair Display"/>
                <a:cs typeface="Playfair Display"/>
                <a:sym typeface="Playfair Display"/>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0" lIns="0" spcFirstLastPara="1" rIns="0" wrap="square" tIns="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0" lIns="0" spcFirstLastPara="1" rIns="0" wrap="square" tIns="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hyperlink" Target="https://paddy-yield-app.grayflower-d27356cf.malaysiawest.azurecontainerapps.io" TargetMode="External"/><Relationship Id="rId4" Type="http://schemas.openxmlformats.org/officeDocument/2006/relationships/image" Target="../media/image12.png"/><Relationship Id="rId5" Type="http://schemas.openxmlformats.org/officeDocument/2006/relationships/hyperlink" Target="https://paddy-yield-api.grayflower-d27356cf.malaysiawest.azurecontainerapps.io/docs" TargetMode="External"/><Relationship Id="rId6" Type="http://schemas.openxmlformats.org/officeDocument/2006/relationships/image" Target="../media/image13.png"/><Relationship Id="rId7" Type="http://schemas.openxmlformats.org/officeDocument/2006/relationships/hyperlink" Target="https://github.com/Uthpalagit/paddy-yield-prediction-269219J" TargetMode="External"/><Relationship Id="rId8" Type="http://schemas.openxmlformats.org/officeDocument/2006/relationships/hyperlink" Target="https://paddy-yield-prediction-269219j-2wfd9iajbb7ebf2jpuzzgb.streamlit.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IT 5504 APPLIED MACHINE LEARNING</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FINAL ASSIGNMENT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1737360"/>
            <a:ext cx="9875520" cy="4206240"/>
          </a:xfrm>
          <a:prstGeom prst="rect">
            <a:avLst/>
          </a:prstGeom>
          <a:noFill/>
        </p:spPr>
        <p:txBody>
          <a:bodyPr wrap="square" lIns="0" rIns="0" tIns="0" bIns="0" anchor="t">
            <a:spAutoFit/>
          </a:bodyPr>
          <a:lstStyle/>
          <a:p>
            <a:pPr algn="l">
              <a:lnSpc>
                <a:spcPct val="88000"/>
              </a:lnSpc>
              <a:spcAft>
                <a:spcPts val="0"/>
              </a:spcAft>
            </a:pPr>
            <a:r>
              <a:rPr sz="9600" b="0">
                <a:solidFill>
                  <a:srgbClr val="596548"/>
                </a:solidFill>
                <a:latin typeface="Georgia"/>
              </a:rPr>
              <a:t>PADDY</a:t>
            </a:r>
          </a:p>
          <a:p>
            <a:pPr algn="l">
              <a:lnSpc>
                <a:spcPct val="88000"/>
              </a:lnSpc>
              <a:spcAft>
                <a:spcPts val="0"/>
              </a:spcAft>
            </a:pPr>
            <a:r>
              <a:rPr sz="9600" b="0">
                <a:solidFill>
                  <a:srgbClr val="596548"/>
                </a:solidFill>
                <a:latin typeface="Georgia"/>
              </a:rPr>
              <a:t>YIELD</a:t>
            </a:r>
          </a:p>
          <a:p>
            <a:pPr algn="l">
              <a:lnSpc>
                <a:spcPct val="88000"/>
              </a:lnSpc>
              <a:spcAft>
                <a:spcPts val="0"/>
              </a:spcAft>
            </a:pPr>
            <a:r>
              <a:rPr sz="9600" b="0">
                <a:solidFill>
                  <a:srgbClr val="596548"/>
                </a:solidFill>
                <a:latin typeface="Georgia"/>
              </a:rPr>
              <a:t>PREDICTION</a:t>
            </a:r>
          </a:p>
        </p:txBody>
      </p:sp>
      <p:cxnSp>
        <p:nvCxnSpPr>
          <p:cNvPr id="7" name="Connector 6"/>
          <p:cNvCxnSpPr/>
          <p:nvPr/>
        </p:nvCxnSpPr>
        <p:spPr>
          <a:xfrm>
            <a:off x="1005840" y="6172200"/>
            <a:ext cx="960120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6400800"/>
            <a:ext cx="9601200" cy="1188720"/>
          </a:xfrm>
          <a:prstGeom prst="rect">
            <a:avLst/>
          </a:prstGeom>
          <a:noFill/>
        </p:spPr>
        <p:txBody>
          <a:bodyPr wrap="square" lIns="0" rIns="0" tIns="0" bIns="0" anchor="t">
            <a:spAutoFit/>
          </a:bodyPr>
          <a:lstStyle/>
          <a:p>
            <a:pPr algn="l">
              <a:lnSpc>
                <a:spcPct val="120000"/>
              </a:lnSpc>
              <a:spcAft>
                <a:spcPts val="0"/>
              </a:spcAft>
            </a:pPr>
            <a:r>
              <a:rPr sz="2200" b="0">
                <a:solidFill>
                  <a:srgbClr val="2F2F2B"/>
                </a:solidFill>
                <a:latin typeface="Arial"/>
              </a:rPr>
              <a:t>Estimating the yield of every Sri Lankan district at the end of each season with interpretable machine learning</a:t>
            </a:r>
          </a:p>
        </p:txBody>
      </p:sp>
      <p:sp>
        <p:nvSpPr>
          <p:cNvPr id="9" name="TextBox 8"/>
          <p:cNvSpPr txBox="1"/>
          <p:nvPr/>
        </p:nvSpPr>
        <p:spPr>
          <a:xfrm>
            <a:off x="1005840" y="8001000"/>
            <a:ext cx="9601200" cy="1005840"/>
          </a:xfrm>
          <a:prstGeom prst="rect">
            <a:avLst/>
          </a:prstGeom>
          <a:noFill/>
        </p:spPr>
        <p:txBody>
          <a:bodyPr wrap="square" lIns="0" rIns="0" tIns="0" bIns="0" anchor="b">
            <a:spAutoFit/>
          </a:bodyPr>
          <a:lstStyle/>
          <a:p>
            <a:pPr algn="l">
              <a:lnSpc>
                <a:spcPct val="135000"/>
              </a:lnSpc>
              <a:spcAft>
                <a:spcPts val="0"/>
              </a:spcAft>
            </a:pPr>
            <a:r>
              <a:rPr sz="1800" b="1">
                <a:solidFill>
                  <a:srgbClr val="2F2F2B"/>
                </a:solidFill>
                <a:latin typeface="Arial"/>
              </a:rPr>
              <a:t>Wijesinghe W K A D U</a:t>
            </a:r>
          </a:p>
          <a:p>
            <a:pPr algn="l">
              <a:lnSpc>
                <a:spcPct val="135000"/>
              </a:lnSpc>
              <a:spcAft>
                <a:spcPts val="0"/>
              </a:spcAft>
            </a:pPr>
            <a:r>
              <a:rPr sz="1800" b="0">
                <a:solidFill>
                  <a:srgbClr val="2F2F2B"/>
                </a:solidFill>
                <a:latin typeface="Arial"/>
              </a:rPr>
              <a:t>Index number 269219J   ·   MSc in Artificial Intelligence</a:t>
            </a:r>
          </a:p>
        </p:txBody>
      </p:sp>
      <p:pic>
        <p:nvPicPr>
          <p:cNvPr id="10" name="Picture 9" descr="map.png"/>
          <p:cNvPicPr>
            <a:picLocks noChangeAspect="1"/>
          </p:cNvPicPr>
          <p:nvPr/>
        </p:nvPicPr>
        <p:blipFill>
          <a:blip r:embed="rId2"/>
          <a:stretch>
            <a:fillRect/>
          </a:stretch>
        </p:blipFill>
        <p:spPr>
          <a:xfrm>
            <a:off x="12269229" y="1554480"/>
            <a:ext cx="4265141" cy="7498079"/>
          </a:xfrm>
          <a:prstGeom prst="rect">
            <a:avLst/>
          </a:prstGeom>
        </p:spPr>
      </p:pic>
      <p:sp>
        <p:nvSpPr>
          <p:cNvPr id="11" name="TextBox 10"/>
          <p:cNvSpPr txBox="1"/>
          <p:nvPr/>
        </p:nvSpPr>
        <p:spPr>
          <a:xfrm>
            <a:off x="11521440" y="9098280"/>
            <a:ext cx="5760720" cy="365760"/>
          </a:xfrm>
          <a:prstGeom prst="rect">
            <a:avLst/>
          </a:prstGeom>
          <a:noFill/>
        </p:spPr>
        <p:txBody>
          <a:bodyPr wrap="square" lIns="0" rIns="0" tIns="0" bIns="0" anchor="t">
            <a:spAutoFit/>
          </a:bodyPr>
          <a:lstStyle/>
          <a:p>
            <a:pPr algn="ctr">
              <a:lnSpc>
                <a:spcPct val="115000"/>
              </a:lnSpc>
              <a:spcAft>
                <a:spcPts val="0"/>
              </a:spcAft>
            </a:pPr>
            <a:r>
              <a:rPr sz="1300" b="0">
                <a:solidFill>
                  <a:srgbClr val="6B675C"/>
                </a:solidFill>
                <a:latin typeface="Arial"/>
              </a:rPr>
              <a:t>Yield by district in the 2025/26 main season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02</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THE PROBLEM</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Official district yields arrive months after the harvest, so planning runs without them</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5840" y="324612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3319272"/>
            <a:ext cx="2194560" cy="1316736"/>
          </a:xfrm>
          <a:prstGeom prst="rect">
            <a:avLst/>
          </a:prstGeom>
          <a:noFill/>
        </p:spPr>
        <p:txBody>
          <a:bodyPr wrap="square" lIns="0" rIns="0" tIns="0" bIns="0" anchor="ctr">
            <a:spAutoFit/>
          </a:bodyPr>
          <a:lstStyle/>
          <a:p>
            <a:pPr algn="l">
              <a:lnSpc>
                <a:spcPct val="115000"/>
              </a:lnSpc>
              <a:spcAft>
                <a:spcPts val="0"/>
              </a:spcAft>
            </a:pPr>
            <a:r>
              <a:rPr sz="1600" b="1">
                <a:solidFill>
                  <a:srgbClr val="2F2F2B"/>
                </a:solidFill>
                <a:latin typeface="Arial"/>
              </a:rPr>
              <a:t>Situation</a:t>
            </a:r>
          </a:p>
        </p:txBody>
      </p:sp>
      <p:sp>
        <p:nvSpPr>
          <p:cNvPr id="12" name="TextBox 11"/>
          <p:cNvSpPr txBox="1"/>
          <p:nvPr/>
        </p:nvSpPr>
        <p:spPr>
          <a:xfrm>
            <a:off x="3383280" y="3319272"/>
            <a:ext cx="5440679" cy="1316736"/>
          </a:xfrm>
          <a:prstGeom prst="rect">
            <a:avLst/>
          </a:prstGeom>
          <a:noFill/>
        </p:spPr>
        <p:txBody>
          <a:bodyPr wrap="square" lIns="0" rIns="0" tIns="0" bIns="0" anchor="ctr">
            <a:spAutoFit/>
          </a:bodyPr>
          <a:lstStyle/>
          <a:p>
            <a:pPr algn="l">
              <a:lnSpc>
                <a:spcPct val="115000"/>
              </a:lnSpc>
              <a:spcAft>
                <a:spcPts val="0"/>
              </a:spcAft>
            </a:pPr>
            <a:r>
              <a:rPr sz="1600" b="0">
                <a:solidFill>
                  <a:srgbClr val="2F2F2B"/>
                </a:solidFill>
                <a:latin typeface="Arial"/>
              </a:rPr>
              <a:t>Two seasons a year, Maha (from October) and Yala (from April), in 25 districts and 2 irrigation areas.</a:t>
            </a:r>
          </a:p>
        </p:txBody>
      </p:sp>
      <p:cxnSp>
        <p:nvCxnSpPr>
          <p:cNvPr id="13" name="Connector 12"/>
          <p:cNvCxnSpPr/>
          <p:nvPr/>
        </p:nvCxnSpPr>
        <p:spPr>
          <a:xfrm>
            <a:off x="1005840" y="470915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05840" y="4782312"/>
            <a:ext cx="2194560" cy="1316736"/>
          </a:xfrm>
          <a:prstGeom prst="rect">
            <a:avLst/>
          </a:prstGeom>
          <a:noFill/>
        </p:spPr>
        <p:txBody>
          <a:bodyPr wrap="square" lIns="0" rIns="0" tIns="0" bIns="0" anchor="ctr">
            <a:spAutoFit/>
          </a:bodyPr>
          <a:lstStyle/>
          <a:p>
            <a:pPr algn="l">
              <a:lnSpc>
                <a:spcPct val="115000"/>
              </a:lnSpc>
              <a:spcAft>
                <a:spcPts val="0"/>
              </a:spcAft>
            </a:pPr>
            <a:r>
              <a:rPr sz="1600" b="1">
                <a:solidFill>
                  <a:srgbClr val="2F2F2B"/>
                </a:solidFill>
                <a:latin typeface="Arial"/>
              </a:rPr>
              <a:t>Complication</a:t>
            </a:r>
          </a:p>
        </p:txBody>
      </p:sp>
      <p:sp>
        <p:nvSpPr>
          <p:cNvPr id="15" name="TextBox 14"/>
          <p:cNvSpPr txBox="1"/>
          <p:nvPr/>
        </p:nvSpPr>
        <p:spPr>
          <a:xfrm>
            <a:off x="3383280" y="4782312"/>
            <a:ext cx="5440679" cy="1316736"/>
          </a:xfrm>
          <a:prstGeom prst="rect">
            <a:avLst/>
          </a:prstGeom>
          <a:noFill/>
        </p:spPr>
        <p:txBody>
          <a:bodyPr wrap="square" lIns="0" rIns="0" tIns="0" bIns="0" anchor="ctr">
            <a:spAutoFit/>
          </a:bodyPr>
          <a:lstStyle/>
          <a:p>
            <a:pPr algn="l">
              <a:lnSpc>
                <a:spcPct val="115000"/>
              </a:lnSpc>
              <a:spcAft>
                <a:spcPts val="0"/>
              </a:spcAft>
            </a:pPr>
            <a:r>
              <a:rPr sz="1600" b="0">
                <a:solidFill>
                  <a:srgbClr val="2F2F2B"/>
                </a:solidFill>
                <a:latin typeface="Arial"/>
              </a:rPr>
              <a:t>The official yield follows the crop-cutting survey months later, after purchasing, storage and imports are decided.</a:t>
            </a:r>
          </a:p>
        </p:txBody>
      </p:sp>
      <p:cxnSp>
        <p:nvCxnSpPr>
          <p:cNvPr id="16" name="Connector 15"/>
          <p:cNvCxnSpPr/>
          <p:nvPr/>
        </p:nvCxnSpPr>
        <p:spPr>
          <a:xfrm>
            <a:off x="1005840" y="617219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05840" y="6245352"/>
            <a:ext cx="2194560" cy="1316736"/>
          </a:xfrm>
          <a:prstGeom prst="rect">
            <a:avLst/>
          </a:prstGeom>
          <a:noFill/>
        </p:spPr>
        <p:txBody>
          <a:bodyPr wrap="square" lIns="0" rIns="0" tIns="0" bIns="0" anchor="ctr">
            <a:spAutoFit/>
          </a:bodyPr>
          <a:lstStyle/>
          <a:p>
            <a:pPr algn="l">
              <a:lnSpc>
                <a:spcPct val="115000"/>
              </a:lnSpc>
              <a:spcAft>
                <a:spcPts val="0"/>
              </a:spcAft>
            </a:pPr>
            <a:r>
              <a:rPr sz="1600" b="1">
                <a:solidFill>
                  <a:srgbClr val="2F2F2B"/>
                </a:solidFill>
                <a:latin typeface="Arial"/>
              </a:rPr>
              <a:t>Objective</a:t>
            </a:r>
          </a:p>
        </p:txBody>
      </p:sp>
      <p:sp>
        <p:nvSpPr>
          <p:cNvPr id="18" name="TextBox 17"/>
          <p:cNvSpPr txBox="1"/>
          <p:nvPr/>
        </p:nvSpPr>
        <p:spPr>
          <a:xfrm>
            <a:off x="3383280" y="6245352"/>
            <a:ext cx="5440679" cy="1316736"/>
          </a:xfrm>
          <a:prstGeom prst="rect">
            <a:avLst/>
          </a:prstGeom>
          <a:noFill/>
        </p:spPr>
        <p:txBody>
          <a:bodyPr wrap="square" lIns="0" rIns="0" tIns="0" bIns="0" anchor="ctr">
            <a:spAutoFit/>
          </a:bodyPr>
          <a:lstStyle/>
          <a:p>
            <a:pPr algn="l">
              <a:lnSpc>
                <a:spcPct val="115000"/>
              </a:lnSpc>
              <a:spcAft>
                <a:spcPts val="0"/>
              </a:spcAft>
            </a:pPr>
            <a:r>
              <a:rPr sz="1600" b="0">
                <a:solidFill>
                  <a:srgbClr val="2F2F2B"/>
                </a:solidFill>
                <a:latin typeface="Arial"/>
              </a:rPr>
              <a:t>Regression of yield (kg/ha) per district and season at season end, judged by mean absolute error (MAE).</a:t>
            </a:r>
          </a:p>
        </p:txBody>
      </p:sp>
      <p:cxnSp>
        <p:nvCxnSpPr>
          <p:cNvPr id="19" name="Connector 18"/>
          <p:cNvCxnSpPr/>
          <p:nvPr/>
        </p:nvCxnSpPr>
        <p:spPr>
          <a:xfrm>
            <a:off x="1005840" y="763524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05840" y="7708392"/>
            <a:ext cx="2194560" cy="1316736"/>
          </a:xfrm>
          <a:prstGeom prst="rect">
            <a:avLst/>
          </a:prstGeom>
          <a:noFill/>
        </p:spPr>
        <p:txBody>
          <a:bodyPr wrap="square" lIns="0" rIns="0" tIns="0" bIns="0" anchor="ctr">
            <a:spAutoFit/>
          </a:bodyPr>
          <a:lstStyle/>
          <a:p>
            <a:pPr algn="l">
              <a:lnSpc>
                <a:spcPct val="115000"/>
              </a:lnSpc>
              <a:spcAft>
                <a:spcPts val="0"/>
              </a:spcAft>
            </a:pPr>
            <a:r>
              <a:rPr sz="1600" b="1">
                <a:solidFill>
                  <a:srgbClr val="2F2F2B"/>
                </a:solidFill>
                <a:latin typeface="Arial"/>
              </a:rPr>
              <a:t>Users</a:t>
            </a:r>
          </a:p>
        </p:txBody>
      </p:sp>
      <p:sp>
        <p:nvSpPr>
          <p:cNvPr id="21" name="TextBox 20"/>
          <p:cNvSpPr txBox="1"/>
          <p:nvPr/>
        </p:nvSpPr>
        <p:spPr>
          <a:xfrm>
            <a:off x="3383280" y="7708392"/>
            <a:ext cx="5440679" cy="1316736"/>
          </a:xfrm>
          <a:prstGeom prst="rect">
            <a:avLst/>
          </a:prstGeom>
          <a:noFill/>
        </p:spPr>
        <p:txBody>
          <a:bodyPr wrap="square" lIns="0" rIns="0" tIns="0" bIns="0" anchor="ctr">
            <a:spAutoFit/>
          </a:bodyPr>
          <a:lstStyle/>
          <a:p>
            <a:pPr algn="l">
              <a:lnSpc>
                <a:spcPct val="115000"/>
              </a:lnSpc>
              <a:spcAft>
                <a:spcPts val="0"/>
              </a:spcAft>
            </a:pPr>
            <a:r>
              <a:rPr sz="1600" b="0">
                <a:solidFill>
                  <a:srgbClr val="2F2F2B"/>
                </a:solidFill>
                <a:latin typeface="Arial"/>
              </a:rPr>
              <a:t>Department of Agriculture, Paddy Marketing Board and policy makers.</a:t>
            </a:r>
          </a:p>
        </p:txBody>
      </p:sp>
      <p:cxnSp>
        <p:nvCxnSpPr>
          <p:cNvPr id="22" name="Connector 21"/>
          <p:cNvCxnSpPr/>
          <p:nvPr/>
        </p:nvCxnSpPr>
        <p:spPr>
          <a:xfrm>
            <a:off x="1005840" y="909828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464039"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NATIONAL YIELD BY SEASON (KG/HA)</a:t>
            </a:r>
          </a:p>
        </p:txBody>
      </p:sp>
      <p:pic>
        <p:nvPicPr>
          <p:cNvPr id="24" name="Picture 23" descr="trend.png"/>
          <p:cNvPicPr>
            <a:picLocks noChangeAspect="1"/>
          </p:cNvPicPr>
          <p:nvPr/>
        </p:nvPicPr>
        <p:blipFill>
          <a:blip r:embed="rId2"/>
          <a:stretch>
            <a:fillRect/>
          </a:stretch>
        </p:blipFill>
        <p:spPr>
          <a:xfrm>
            <a:off x="9612405" y="3657600"/>
            <a:ext cx="7521388" cy="3200400"/>
          </a:xfrm>
          <a:prstGeom prst="rect">
            <a:avLst/>
          </a:prstGeom>
        </p:spPr>
      </p:pic>
      <p:sp>
        <p:nvSpPr>
          <p:cNvPr id="25" name="TextBox 24"/>
          <p:cNvSpPr txBox="1"/>
          <p:nvPr/>
        </p:nvSpPr>
        <p:spPr>
          <a:xfrm>
            <a:off x="9464039" y="7086600"/>
            <a:ext cx="3909059" cy="777240"/>
          </a:xfrm>
          <a:prstGeom prst="rect">
            <a:avLst/>
          </a:prstGeom>
          <a:noFill/>
        </p:spPr>
        <p:txBody>
          <a:bodyPr wrap="square" lIns="0" rIns="0" tIns="0" bIns="0" anchor="t">
            <a:spAutoFit/>
          </a:bodyPr>
          <a:lstStyle/>
          <a:p>
            <a:pPr algn="l">
              <a:lnSpc>
                <a:spcPct val="115000"/>
              </a:lnSpc>
              <a:spcAft>
                <a:spcPts val="0"/>
              </a:spcAft>
            </a:pPr>
            <a:r>
              <a:rPr sz="4800" b="0">
                <a:solidFill>
                  <a:srgbClr val="A4532F"/>
                </a:solidFill>
                <a:latin typeface="Georgia"/>
              </a:rPr>
              <a:t>2,828</a:t>
            </a:r>
          </a:p>
        </p:txBody>
      </p:sp>
      <p:sp>
        <p:nvSpPr>
          <p:cNvPr id="26" name="TextBox 25"/>
          <p:cNvSpPr txBox="1"/>
          <p:nvPr/>
        </p:nvSpPr>
        <p:spPr>
          <a:xfrm>
            <a:off x="9464039" y="7927848"/>
            <a:ext cx="3909059" cy="822960"/>
          </a:xfrm>
          <a:prstGeom prst="rect">
            <a:avLst/>
          </a:prstGeom>
          <a:noFill/>
        </p:spPr>
        <p:txBody>
          <a:bodyPr wrap="square" lIns="0" rIns="0" tIns="0" bIns="0" anchor="t">
            <a:spAutoFit/>
          </a:bodyPr>
          <a:lstStyle/>
          <a:p>
            <a:pPr algn="l">
              <a:lnSpc>
                <a:spcPct val="110000"/>
              </a:lnSpc>
              <a:spcAft>
                <a:spcPts val="0"/>
              </a:spcAft>
            </a:pPr>
            <a:r>
              <a:rPr sz="1600" b="0">
                <a:solidFill>
                  <a:srgbClr val="6B675C"/>
                </a:solidFill>
                <a:latin typeface="Arial"/>
              </a:rPr>
              <a:t>kg/ha national Maha yield in 2021/22</a:t>
            </a:r>
          </a:p>
        </p:txBody>
      </p:sp>
      <p:sp>
        <p:nvSpPr>
          <p:cNvPr id="27" name="TextBox 26"/>
          <p:cNvSpPr txBox="1"/>
          <p:nvPr/>
        </p:nvSpPr>
        <p:spPr>
          <a:xfrm>
            <a:off x="13373099" y="7086600"/>
            <a:ext cx="3909059" cy="777240"/>
          </a:xfrm>
          <a:prstGeom prst="rect">
            <a:avLst/>
          </a:prstGeom>
          <a:noFill/>
        </p:spPr>
        <p:txBody>
          <a:bodyPr wrap="square" lIns="0" rIns="0" tIns="0" bIns="0" anchor="t">
            <a:spAutoFit/>
          </a:bodyPr>
          <a:lstStyle/>
          <a:p>
            <a:pPr algn="l">
              <a:lnSpc>
                <a:spcPct val="115000"/>
              </a:lnSpc>
              <a:spcAft>
                <a:spcPts val="0"/>
              </a:spcAft>
            </a:pPr>
            <a:r>
              <a:rPr sz="4800" b="0">
                <a:solidFill>
                  <a:srgbClr val="A4532F"/>
                </a:solidFill>
                <a:latin typeface="Georgia"/>
              </a:rPr>
              <a:t>Over 33%</a:t>
            </a:r>
          </a:p>
        </p:txBody>
      </p:sp>
      <p:sp>
        <p:nvSpPr>
          <p:cNvPr id="28" name="TextBox 27"/>
          <p:cNvSpPr txBox="1"/>
          <p:nvPr/>
        </p:nvSpPr>
        <p:spPr>
          <a:xfrm>
            <a:off x="13373099" y="7927848"/>
            <a:ext cx="3909059" cy="822960"/>
          </a:xfrm>
          <a:prstGeom prst="rect">
            <a:avLst/>
          </a:prstGeom>
          <a:noFill/>
        </p:spPr>
        <p:txBody>
          <a:bodyPr wrap="square" lIns="0" rIns="0" tIns="0" bIns="0" anchor="t">
            <a:spAutoFit/>
          </a:bodyPr>
          <a:lstStyle/>
          <a:p>
            <a:pPr algn="l">
              <a:lnSpc>
                <a:spcPct val="110000"/>
              </a:lnSpc>
              <a:spcAft>
                <a:spcPts val="0"/>
              </a:spcAft>
            </a:pPr>
            <a:r>
              <a:rPr sz="1600" b="0">
                <a:solidFill>
                  <a:srgbClr val="6B675C"/>
                </a:solidFill>
                <a:latin typeface="Arial"/>
              </a:rPr>
              <a:t>fall after the fertilizer ban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03</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THE DATASET</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2,276 district-season records from 1981 to 2026, cleaned and analysed before any modelling</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SOURCES USED BY THE FINAL MODEL</a:t>
            </a:r>
          </a:p>
        </p:txBody>
      </p:sp>
      <p:cxnSp>
        <p:nvCxnSpPr>
          <p:cNvPr id="11" name="Connector 10"/>
          <p:cNvCxnSpPr/>
          <p:nvPr/>
        </p:nvCxnSpPr>
        <p:spPr>
          <a:xfrm>
            <a:off x="1005840" y="370332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3776472"/>
            <a:ext cx="2194560" cy="4937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DCS</a:t>
            </a:r>
          </a:p>
        </p:txBody>
      </p:sp>
      <p:sp>
        <p:nvSpPr>
          <p:cNvPr id="13" name="TextBox 12"/>
          <p:cNvSpPr txBox="1"/>
          <p:nvPr/>
        </p:nvSpPr>
        <p:spPr>
          <a:xfrm>
            <a:off x="3383280" y="3776472"/>
            <a:ext cx="5440679" cy="4937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8 tables of yield and extent by irrigation type</a:t>
            </a:r>
          </a:p>
        </p:txBody>
      </p:sp>
      <p:cxnSp>
        <p:nvCxnSpPr>
          <p:cNvPr id="14" name="Connector 13"/>
          <p:cNvCxnSpPr/>
          <p:nvPr/>
        </p:nvCxnSpPr>
        <p:spPr>
          <a:xfrm>
            <a:off x="1005840" y="434340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05840" y="4416552"/>
            <a:ext cx="2194560" cy="4937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CHIRPS</a:t>
            </a:r>
          </a:p>
        </p:txBody>
      </p:sp>
      <p:sp>
        <p:nvSpPr>
          <p:cNvPr id="16" name="TextBox 15"/>
          <p:cNvSpPr txBox="1"/>
          <p:nvPr/>
        </p:nvSpPr>
        <p:spPr>
          <a:xfrm>
            <a:off x="3383280" y="4416552"/>
            <a:ext cx="5440679" cy="4937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daily satellite rainfall per district</a:t>
            </a:r>
          </a:p>
        </p:txBody>
      </p:sp>
      <p:cxnSp>
        <p:nvCxnSpPr>
          <p:cNvPr id="17" name="Connector 16"/>
          <p:cNvCxnSpPr/>
          <p:nvPr/>
        </p:nvCxnSpPr>
        <p:spPr>
          <a:xfrm>
            <a:off x="1005840" y="498348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5840" y="5056631"/>
            <a:ext cx="2194560" cy="4937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NASA POWER</a:t>
            </a:r>
          </a:p>
        </p:txBody>
      </p:sp>
      <p:sp>
        <p:nvSpPr>
          <p:cNvPr id="19" name="TextBox 18"/>
          <p:cNvSpPr txBox="1"/>
          <p:nvPr/>
        </p:nvSpPr>
        <p:spPr>
          <a:xfrm>
            <a:off x="3383280" y="5056631"/>
            <a:ext cx="5440679" cy="4937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temperature, humidity, solar, wind</a:t>
            </a:r>
          </a:p>
        </p:txBody>
      </p:sp>
      <p:cxnSp>
        <p:nvCxnSpPr>
          <p:cNvPr id="20" name="Connector 19"/>
          <p:cNvCxnSpPr/>
          <p:nvPr/>
        </p:nvCxnSpPr>
        <p:spPr>
          <a:xfrm>
            <a:off x="1005840" y="562355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05840" y="5696712"/>
            <a:ext cx="2194560" cy="4937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OpenStreetMap</a:t>
            </a:r>
          </a:p>
        </p:txBody>
      </p:sp>
      <p:sp>
        <p:nvSpPr>
          <p:cNvPr id="22" name="TextBox 21"/>
          <p:cNvSpPr txBox="1"/>
          <p:nvPr/>
        </p:nvSpPr>
        <p:spPr>
          <a:xfrm>
            <a:off x="3383280" y="5696712"/>
            <a:ext cx="5440679" cy="4937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district locations and outlines for the weather</a:t>
            </a:r>
          </a:p>
        </p:txBody>
      </p:sp>
      <p:cxnSp>
        <p:nvCxnSpPr>
          <p:cNvPr id="23" name="Connector 22"/>
          <p:cNvCxnSpPr/>
          <p:nvPr/>
        </p:nvCxnSpPr>
        <p:spPr>
          <a:xfrm>
            <a:off x="1005840" y="626364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05840" y="6336792"/>
            <a:ext cx="2194560" cy="4937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Policy record</a:t>
            </a:r>
          </a:p>
        </p:txBody>
      </p:sp>
      <p:sp>
        <p:nvSpPr>
          <p:cNvPr id="25" name="TextBox 24"/>
          <p:cNvSpPr txBox="1"/>
          <p:nvPr/>
        </p:nvSpPr>
        <p:spPr>
          <a:xfrm>
            <a:off x="3383280" y="6336792"/>
            <a:ext cx="5440679" cy="4937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the 2021/22 ban and 2022 shortage</a:t>
            </a:r>
          </a:p>
        </p:txBody>
      </p:sp>
      <p:cxnSp>
        <p:nvCxnSpPr>
          <p:cNvPr id="26" name="Connector 25"/>
          <p:cNvCxnSpPr/>
          <p:nvPr/>
        </p:nvCxnSpPr>
        <p:spPr>
          <a:xfrm>
            <a:off x="1005840" y="690372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05840" y="708660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CLEANING</a:t>
            </a:r>
          </a:p>
        </p:txBody>
      </p:sp>
      <p:sp>
        <p:nvSpPr>
          <p:cNvPr id="28" name="TextBox 27"/>
          <p:cNvSpPr txBox="1"/>
          <p:nvPr/>
        </p:nvSpPr>
        <p:spPr>
          <a:xfrm>
            <a:off x="1005840" y="7452360"/>
            <a:ext cx="2423159" cy="777240"/>
          </a:xfrm>
          <a:prstGeom prst="rect">
            <a:avLst/>
          </a:prstGeom>
          <a:noFill/>
        </p:spPr>
        <p:txBody>
          <a:bodyPr wrap="square" lIns="0" rIns="0" tIns="0" bIns="0" anchor="t">
            <a:spAutoFit/>
          </a:bodyPr>
          <a:lstStyle/>
          <a:p>
            <a:pPr algn="l">
              <a:lnSpc>
                <a:spcPct val="115000"/>
              </a:lnSpc>
              <a:spcAft>
                <a:spcPts val="0"/>
              </a:spcAft>
            </a:pPr>
            <a:r>
              <a:rPr sz="3000" b="0">
                <a:solidFill>
                  <a:srgbClr val="596548"/>
                </a:solidFill>
                <a:latin typeface="Georgia"/>
              </a:rPr>
              <a:t>34 → 27</a:t>
            </a:r>
          </a:p>
        </p:txBody>
      </p:sp>
      <p:sp>
        <p:nvSpPr>
          <p:cNvPr id="29" name="TextBox 28"/>
          <p:cNvSpPr txBox="1"/>
          <p:nvPr/>
        </p:nvSpPr>
        <p:spPr>
          <a:xfrm>
            <a:off x="1005840" y="8293608"/>
            <a:ext cx="242315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spellings unified</a:t>
            </a:r>
          </a:p>
        </p:txBody>
      </p:sp>
      <p:sp>
        <p:nvSpPr>
          <p:cNvPr id="30" name="TextBox 29"/>
          <p:cNvSpPr txBox="1"/>
          <p:nvPr/>
        </p:nvSpPr>
        <p:spPr>
          <a:xfrm>
            <a:off x="3611879" y="7452360"/>
            <a:ext cx="2423159" cy="777240"/>
          </a:xfrm>
          <a:prstGeom prst="rect">
            <a:avLst/>
          </a:prstGeom>
          <a:noFill/>
        </p:spPr>
        <p:txBody>
          <a:bodyPr wrap="square" lIns="0" rIns="0" tIns="0" bIns="0" anchor="t">
            <a:spAutoFit/>
          </a:bodyPr>
          <a:lstStyle/>
          <a:p>
            <a:pPr algn="l">
              <a:lnSpc>
                <a:spcPct val="115000"/>
              </a:lnSpc>
              <a:spcAft>
                <a:spcPts val="0"/>
              </a:spcAft>
            </a:pPr>
            <a:r>
              <a:rPr sz="3000" b="0">
                <a:solidFill>
                  <a:srgbClr val="596548"/>
                </a:solidFill>
                <a:latin typeface="Georgia"/>
              </a:rPr>
              <a:t>21</a:t>
            </a:r>
          </a:p>
        </p:txBody>
      </p:sp>
      <p:sp>
        <p:nvSpPr>
          <p:cNvPr id="31" name="TextBox 30"/>
          <p:cNvSpPr txBox="1"/>
          <p:nvPr/>
        </p:nvSpPr>
        <p:spPr>
          <a:xfrm>
            <a:off x="3611879" y="8293608"/>
            <a:ext cx="242315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war-year zeros set to missing</a:t>
            </a:r>
          </a:p>
        </p:txBody>
      </p:sp>
      <p:sp>
        <p:nvSpPr>
          <p:cNvPr id="32" name="TextBox 31"/>
          <p:cNvSpPr txBox="1"/>
          <p:nvPr/>
        </p:nvSpPr>
        <p:spPr>
          <a:xfrm>
            <a:off x="6217919" y="7452360"/>
            <a:ext cx="2423159" cy="777240"/>
          </a:xfrm>
          <a:prstGeom prst="rect">
            <a:avLst/>
          </a:prstGeom>
          <a:noFill/>
        </p:spPr>
        <p:txBody>
          <a:bodyPr wrap="square" lIns="0" rIns="0" tIns="0" bIns="0" anchor="t">
            <a:spAutoFit/>
          </a:bodyPr>
          <a:lstStyle/>
          <a:p>
            <a:pPr algn="l">
              <a:lnSpc>
                <a:spcPct val="115000"/>
              </a:lnSpc>
              <a:spcAft>
                <a:spcPts val="0"/>
              </a:spcAft>
            </a:pPr>
            <a:r>
              <a:rPr sz="3000" b="0">
                <a:solidFill>
                  <a:srgbClr val="596548"/>
                </a:solidFill>
                <a:latin typeface="Georgia"/>
              </a:rPr>
              <a:t>2</a:t>
            </a:r>
          </a:p>
        </p:txBody>
      </p:sp>
      <p:sp>
        <p:nvSpPr>
          <p:cNvPr id="33" name="TextBox 32"/>
          <p:cNvSpPr txBox="1"/>
          <p:nvPr/>
        </p:nvSpPr>
        <p:spPr>
          <a:xfrm>
            <a:off x="6217919" y="8293608"/>
            <a:ext cx="242315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wrong season labels corrected</a:t>
            </a:r>
          </a:p>
        </p:txBody>
      </p:sp>
      <p:sp>
        <p:nvSpPr>
          <p:cNvPr id="34" name="TextBox 33"/>
          <p:cNvSpPr txBox="1"/>
          <p:nvPr/>
        </p:nvSpPr>
        <p:spPr>
          <a:xfrm>
            <a:off x="9464039"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MEAN YIELD SINCE 2010 BY MAJOR IRRIGATION SHARE</a:t>
            </a:r>
          </a:p>
        </p:txBody>
      </p:sp>
      <p:pic>
        <p:nvPicPr>
          <p:cNvPr id="35" name="Picture 34" descr="irrigation.png"/>
          <p:cNvPicPr>
            <a:picLocks noChangeAspect="1"/>
          </p:cNvPicPr>
          <p:nvPr/>
        </p:nvPicPr>
        <p:blipFill>
          <a:blip r:embed="rId2"/>
          <a:stretch>
            <a:fillRect/>
          </a:stretch>
        </p:blipFill>
        <p:spPr>
          <a:xfrm>
            <a:off x="11330917" y="3657600"/>
            <a:ext cx="4084365" cy="2514600"/>
          </a:xfrm>
          <a:prstGeom prst="rect">
            <a:avLst/>
          </a:prstGeom>
        </p:spPr>
      </p:pic>
      <p:sp>
        <p:nvSpPr>
          <p:cNvPr id="36" name="TextBox 35"/>
          <p:cNvSpPr txBox="1"/>
          <p:nvPr/>
        </p:nvSpPr>
        <p:spPr>
          <a:xfrm>
            <a:off x="9464039" y="626364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WHAT THE ANALYSIS SHOWED</a:t>
            </a:r>
          </a:p>
        </p:txBody>
      </p:sp>
      <p:cxnSp>
        <p:nvCxnSpPr>
          <p:cNvPr id="37" name="Connector 36"/>
          <p:cNvCxnSpPr/>
          <p:nvPr/>
        </p:nvCxnSpPr>
        <p:spPr>
          <a:xfrm>
            <a:off x="9464039" y="662940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464039" y="6702552"/>
            <a:ext cx="1554480" cy="67665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Trend</a:t>
            </a:r>
          </a:p>
        </p:txBody>
      </p:sp>
      <p:sp>
        <p:nvSpPr>
          <p:cNvPr id="39" name="TextBox 38"/>
          <p:cNvSpPr txBox="1"/>
          <p:nvPr/>
        </p:nvSpPr>
        <p:spPr>
          <a:xfrm>
            <a:off x="11201399" y="6702552"/>
            <a:ext cx="6080759" cy="67665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Yields rose from about 3,000 to 4,500 kg/ha over forty years, then fell sharply in 2021/22</a:t>
            </a:r>
          </a:p>
        </p:txBody>
      </p:sp>
      <p:cxnSp>
        <p:nvCxnSpPr>
          <p:cNvPr id="40" name="Connector 39"/>
          <p:cNvCxnSpPr/>
          <p:nvPr/>
        </p:nvCxnSpPr>
        <p:spPr>
          <a:xfrm>
            <a:off x="9464039" y="745236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464039" y="7525512"/>
            <a:ext cx="1554480" cy="67665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Irrigation</a:t>
            </a:r>
          </a:p>
        </p:txBody>
      </p:sp>
      <p:sp>
        <p:nvSpPr>
          <p:cNvPr id="42" name="TextBox 41"/>
          <p:cNvSpPr txBox="1"/>
          <p:nvPr/>
        </p:nvSpPr>
        <p:spPr>
          <a:xfrm>
            <a:off x="11201399" y="7525512"/>
            <a:ext cx="6080759" cy="67665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Rainfed share r = -0.61 with yield, far stronger than weather (heavy-rain days r = -0.26)</a:t>
            </a:r>
          </a:p>
        </p:txBody>
      </p:sp>
      <p:cxnSp>
        <p:nvCxnSpPr>
          <p:cNvPr id="43" name="Connector 42"/>
          <p:cNvCxnSpPr/>
          <p:nvPr/>
        </p:nvCxnSpPr>
        <p:spPr>
          <a:xfrm>
            <a:off x="9464039" y="827532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464039" y="8348471"/>
            <a:ext cx="1554480" cy="67665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Seasons</a:t>
            </a:r>
          </a:p>
        </p:txBody>
      </p:sp>
      <p:sp>
        <p:nvSpPr>
          <p:cNvPr id="45" name="TextBox 44"/>
          <p:cNvSpPr txBox="1"/>
          <p:nvPr/>
        </p:nvSpPr>
        <p:spPr>
          <a:xfrm>
            <a:off x="11201399" y="8348471"/>
            <a:ext cx="6080759" cy="67665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Maha above Yala in 65% of district-years, by 136 kg/ha on average (p &lt; 0.001)</a:t>
            </a:r>
          </a:p>
        </p:txBody>
      </p:sp>
      <p:cxnSp>
        <p:nvCxnSpPr>
          <p:cNvPr id="46" name="Connector 45"/>
          <p:cNvCxnSpPr/>
          <p:nvPr/>
        </p:nvCxnSpPr>
        <p:spPr>
          <a:xfrm>
            <a:off x="9464039" y="909828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04</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DATA PREPROCESSING</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Every step was checked on the data, and anything learned from data was fitted on training seasons only</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CLEANING, APPLIED ONCE TO THE WHOLE TABLE</a:t>
            </a:r>
          </a:p>
        </p:txBody>
      </p:sp>
      <p:cxnSp>
        <p:nvCxnSpPr>
          <p:cNvPr id="11" name="Connector 10"/>
          <p:cNvCxnSpPr/>
          <p:nvPr/>
        </p:nvCxnSpPr>
        <p:spPr>
          <a:xfrm>
            <a:off x="1005840" y="365760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3730752"/>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Null detection</a:t>
            </a:r>
          </a:p>
        </p:txBody>
      </p:sp>
      <p:sp>
        <p:nvSpPr>
          <p:cNvPr id="13" name="TextBox 12"/>
          <p:cNvSpPr txBox="1"/>
          <p:nvPr/>
        </p:nvSpPr>
        <p:spPr>
          <a:xfrm>
            <a:off x="3474720" y="3730752"/>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6,130 dash cells and NASA -999 codes turned into missing values (4.5, 6.1)</a:t>
            </a:r>
          </a:p>
        </p:txBody>
      </p:sp>
      <p:cxnSp>
        <p:nvCxnSpPr>
          <p:cNvPr id="14" name="Connector 13"/>
          <p:cNvCxnSpPr/>
          <p:nvPr/>
        </p:nvCxnSpPr>
        <p:spPr>
          <a:xfrm>
            <a:off x="1005840" y="4745736"/>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05840" y="4818888"/>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Inconsistent data</a:t>
            </a:r>
          </a:p>
        </p:txBody>
      </p:sp>
      <p:sp>
        <p:nvSpPr>
          <p:cNvPr id="16" name="TextBox 15"/>
          <p:cNvSpPr txBox="1"/>
          <p:nvPr/>
        </p:nvSpPr>
        <p:spPr>
          <a:xfrm>
            <a:off x="3474720" y="4818888"/>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34 spellings to 27 places, 2000/2021 and 198 labels fixed, tables cross-checked (4.3, 4.4, 6.3)</a:t>
            </a:r>
          </a:p>
        </p:txBody>
      </p:sp>
      <p:cxnSp>
        <p:nvCxnSpPr>
          <p:cNvPr id="17" name="Connector 16"/>
          <p:cNvCxnSpPr/>
          <p:nvPr/>
        </p:nvCxnSpPr>
        <p:spPr>
          <a:xfrm>
            <a:off x="1005840" y="5833871"/>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5840" y="5907024"/>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Outliers</a:t>
            </a:r>
          </a:p>
        </p:txBody>
      </p:sp>
      <p:sp>
        <p:nvSpPr>
          <p:cNvPr id="19" name="TextBox 18"/>
          <p:cNvSpPr txBox="1"/>
          <p:nvPr/>
        </p:nvSpPr>
        <p:spPr>
          <a:xfrm>
            <a:off x="3474720" y="5907024"/>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21 war-year zero yields set to missing, genuine extremes kept, interquartile range (IQR) and local checks (6.4)</a:t>
            </a:r>
          </a:p>
        </p:txBody>
      </p:sp>
      <p:cxnSp>
        <p:nvCxnSpPr>
          <p:cNvPr id="20" name="Connector 19"/>
          <p:cNvCxnSpPr/>
          <p:nvPr/>
        </p:nvCxnSpPr>
        <p:spPr>
          <a:xfrm>
            <a:off x="1005840" y="6922008"/>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05840" y="6995160"/>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Duplicates and types</a:t>
            </a:r>
          </a:p>
        </p:txBody>
      </p:sp>
      <p:sp>
        <p:nvSpPr>
          <p:cNvPr id="22" name="TextBox 21"/>
          <p:cNvSpPr txBox="1"/>
          <p:nvPr/>
        </p:nvSpPr>
        <p:spPr>
          <a:xfrm>
            <a:off x="3474720" y="6995160"/>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No duplicate district-seasons, every column converted to its proper type (6.2, 6.5)</a:t>
            </a:r>
          </a:p>
        </p:txBody>
      </p:sp>
      <p:cxnSp>
        <p:nvCxnSpPr>
          <p:cNvPr id="23" name="Connector 22"/>
          <p:cNvCxnSpPr/>
          <p:nvPr/>
        </p:nvCxnSpPr>
        <p:spPr>
          <a:xfrm>
            <a:off x="1005840" y="8010144"/>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05840" y="8083296"/>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Leakage</a:t>
            </a:r>
          </a:p>
        </p:txBody>
      </p:sp>
      <p:sp>
        <p:nvSpPr>
          <p:cNvPr id="25" name="TextBox 24"/>
          <p:cNvSpPr txBox="1"/>
          <p:nvPr/>
        </p:nvSpPr>
        <p:spPr>
          <a:xfrm>
            <a:off x="3474720" y="8083296"/>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Production and harvested extent excluded, history from earlier seasons only (7.4, 9.4)</a:t>
            </a:r>
          </a:p>
        </p:txBody>
      </p:sp>
      <p:cxnSp>
        <p:nvCxnSpPr>
          <p:cNvPr id="26" name="Connector 25"/>
          <p:cNvCxnSpPr/>
          <p:nvPr/>
        </p:nvCxnSpPr>
        <p:spPr>
          <a:xfrm>
            <a:off x="1005840" y="909828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464039"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PIPELINE, FITTED ON THE TRAINING SEASONS OF EACH FOLD</a:t>
            </a:r>
          </a:p>
        </p:txBody>
      </p:sp>
      <p:cxnSp>
        <p:nvCxnSpPr>
          <p:cNvPr id="28" name="Connector 27"/>
          <p:cNvCxnSpPr/>
          <p:nvPr/>
        </p:nvCxnSpPr>
        <p:spPr>
          <a:xfrm>
            <a:off x="9464039" y="365760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464039" y="3730752"/>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Missing values</a:t>
            </a:r>
          </a:p>
        </p:txBody>
      </p:sp>
      <p:sp>
        <p:nvSpPr>
          <p:cNvPr id="30" name="TextBox 29"/>
          <p:cNvSpPr txBox="1"/>
          <p:nvPr/>
        </p:nvSpPr>
        <p:spPr>
          <a:xfrm>
            <a:off x="11932919" y="3730752"/>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Missing yields left out. Missing inputs filled with the training median, 3,372 gaps (6.1, 9.3)</a:t>
            </a:r>
          </a:p>
        </p:txBody>
      </p:sp>
      <p:cxnSp>
        <p:nvCxnSpPr>
          <p:cNvPr id="31" name="Connector 30"/>
          <p:cNvCxnSpPr/>
          <p:nvPr/>
        </p:nvCxnSpPr>
        <p:spPr>
          <a:xfrm>
            <a:off x="9464039" y="4745736"/>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39" y="4818888"/>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Multicollinearity</a:t>
            </a:r>
          </a:p>
        </p:txBody>
      </p:sp>
      <p:sp>
        <p:nvSpPr>
          <p:cNvPr id="33" name="TextBox 32"/>
          <p:cNvSpPr txBox="1"/>
          <p:nvPr/>
        </p:nvSpPr>
        <p:spPr>
          <a:xfrm>
            <a:off x="11932919" y="4818888"/>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Correlation and variance inflation factor (VIF) checked, one temperature kept of three (7.3, 10.1)</a:t>
            </a:r>
          </a:p>
        </p:txBody>
      </p:sp>
      <p:cxnSp>
        <p:nvCxnSpPr>
          <p:cNvPr id="34" name="Connector 33"/>
          <p:cNvCxnSpPr/>
          <p:nvPr/>
        </p:nvCxnSpPr>
        <p:spPr>
          <a:xfrm>
            <a:off x="9464039" y="5833871"/>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64039" y="5907024"/>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Transformation</a:t>
            </a:r>
          </a:p>
        </p:txBody>
      </p:sp>
      <p:sp>
        <p:nvSpPr>
          <p:cNvPr id="36" name="TextBox 35"/>
          <p:cNvSpPr txBox="1"/>
          <p:nvPr/>
        </p:nvSpPr>
        <p:spPr>
          <a:xfrm>
            <a:off x="11932919" y="5907024"/>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Log of five skewed features tested, no gain (358 against 355), so not used (9.3)</a:t>
            </a:r>
          </a:p>
        </p:txBody>
      </p:sp>
      <p:cxnSp>
        <p:nvCxnSpPr>
          <p:cNvPr id="37" name="Connector 36"/>
          <p:cNvCxnSpPr/>
          <p:nvPr/>
        </p:nvCxnSpPr>
        <p:spPr>
          <a:xfrm>
            <a:off x="9464039" y="6922008"/>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464039" y="6995160"/>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Scaling</a:t>
            </a:r>
          </a:p>
        </p:txBody>
      </p:sp>
      <p:sp>
        <p:nvSpPr>
          <p:cNvPr id="39" name="TextBox 38"/>
          <p:cNvSpPr txBox="1"/>
          <p:nvPr/>
        </p:nvSpPr>
        <p:spPr>
          <a:xfrm>
            <a:off x="11932919" y="6995160"/>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StandardScaler kept, RobustScaler gave the same error (355.0 and 355.2) (9.3)</a:t>
            </a:r>
          </a:p>
        </p:txBody>
      </p:sp>
      <p:cxnSp>
        <p:nvCxnSpPr>
          <p:cNvPr id="40" name="Connector 39"/>
          <p:cNvCxnSpPr/>
          <p:nvPr/>
        </p:nvCxnSpPr>
        <p:spPr>
          <a:xfrm>
            <a:off x="9464039" y="8010144"/>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464039" y="8083296"/>
            <a:ext cx="2286000" cy="941832"/>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Encoding</a:t>
            </a:r>
          </a:p>
        </p:txBody>
      </p:sp>
      <p:sp>
        <p:nvSpPr>
          <p:cNvPr id="42" name="TextBox 41"/>
          <p:cNvSpPr txBox="1"/>
          <p:nvPr/>
        </p:nvSpPr>
        <p:spPr>
          <a:xfrm>
            <a:off x="11932919" y="8083296"/>
            <a:ext cx="5349239" cy="941832"/>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One-hot district and season. Models with native category support skip this step (9.3, 15.5)</a:t>
            </a:r>
          </a:p>
        </p:txBody>
      </p:sp>
      <p:cxnSp>
        <p:nvCxnSpPr>
          <p:cNvPr id="43" name="Connector 42"/>
          <p:cNvCxnSpPr/>
          <p:nvPr/>
        </p:nvCxnSpPr>
        <p:spPr>
          <a:xfrm>
            <a:off x="9464039" y="909828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05</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FEATURE SELECTION</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23 features were selected, plus a fertilizer shortage switch for scenarios</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2295144" cy="822960"/>
          </a:xfrm>
          <a:prstGeom prst="rect">
            <a:avLst/>
          </a:prstGeom>
          <a:noFill/>
        </p:spPr>
        <p:txBody>
          <a:bodyPr wrap="square" lIns="0" rIns="0" tIns="0" bIns="0" anchor="ctr">
            <a:spAutoFit/>
          </a:bodyPr>
          <a:lstStyle/>
          <a:p>
            <a:pPr algn="l">
              <a:lnSpc>
                <a:spcPct val="115000"/>
              </a:lnSpc>
              <a:spcAft>
                <a:spcPts val="0"/>
              </a:spcAft>
            </a:pPr>
            <a:r>
              <a:rPr sz="5400" b="0">
                <a:solidFill>
                  <a:srgbClr val="596548"/>
                </a:solidFill>
                <a:latin typeface="Georgia"/>
              </a:rPr>
              <a:t>5</a:t>
            </a:r>
          </a:p>
        </p:txBody>
      </p:sp>
      <p:sp>
        <p:nvSpPr>
          <p:cNvPr id="11" name="TextBox 10"/>
          <p:cNvSpPr txBox="1"/>
          <p:nvPr/>
        </p:nvSpPr>
        <p:spPr>
          <a:xfrm>
            <a:off x="1005840" y="4114800"/>
            <a:ext cx="2295144" cy="365760"/>
          </a:xfrm>
          <a:prstGeom prst="rect">
            <a:avLst/>
          </a:prstGeom>
          <a:noFill/>
        </p:spPr>
        <p:txBody>
          <a:bodyPr wrap="square" lIns="0" rIns="0" tIns="0" bIns="0" anchor="t">
            <a:spAutoFit/>
          </a:bodyPr>
          <a:lstStyle/>
          <a:p>
            <a:pPr algn="l">
              <a:lnSpc>
                <a:spcPct val="115000"/>
              </a:lnSpc>
              <a:spcAft>
                <a:spcPts val="0"/>
              </a:spcAft>
            </a:pPr>
            <a:r>
              <a:rPr sz="1500" b="1">
                <a:solidFill>
                  <a:srgbClr val="2F2F2B"/>
                </a:solidFill>
                <a:latin typeface="Arial"/>
              </a:rPr>
              <a:t>YIELD HISTORY</a:t>
            </a:r>
          </a:p>
        </p:txBody>
      </p:sp>
      <p:cxnSp>
        <p:nvCxnSpPr>
          <p:cNvPr id="12" name="Connector 11"/>
          <p:cNvCxnSpPr/>
          <p:nvPr/>
        </p:nvCxnSpPr>
        <p:spPr>
          <a:xfrm>
            <a:off x="1005840" y="4572000"/>
            <a:ext cx="2249424"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05840" y="4754879"/>
            <a:ext cx="2295144" cy="4206240"/>
          </a:xfrm>
          <a:prstGeom prst="rect">
            <a:avLst/>
          </a:prstGeom>
          <a:noFill/>
        </p:spPr>
        <p:txBody>
          <a:bodyPr wrap="square" lIns="0" rIns="0" tIns="0" bIns="0" anchor="t">
            <a:spAutoFit/>
          </a:bodyPr>
          <a:lstStyle/>
          <a:p>
            <a:pPr algn="l">
              <a:lnSpc>
                <a:spcPct val="105000"/>
              </a:lnSpc>
              <a:spcAft>
                <a:spcPts val="800"/>
              </a:spcAft>
            </a:pPr>
            <a:r>
              <a:rPr sz="1600" b="0">
                <a:solidFill>
                  <a:srgbClr val="2F2F2B"/>
                </a:solidFill>
                <a:latin typeface="Arial"/>
              </a:rPr>
              <a:t>3-season average</a:t>
            </a:r>
          </a:p>
          <a:p>
            <a:pPr algn="l">
              <a:lnSpc>
                <a:spcPct val="105000"/>
              </a:lnSpc>
              <a:spcAft>
                <a:spcPts val="800"/>
              </a:spcAft>
            </a:pPr>
            <a:r>
              <a:rPr sz="1600" b="0">
                <a:solidFill>
                  <a:srgbClr val="2F2F2B"/>
                </a:solidFill>
                <a:latin typeface="Arial"/>
              </a:rPr>
              <a:t>Same season last year</a:t>
            </a:r>
          </a:p>
          <a:p>
            <a:pPr algn="l">
              <a:lnSpc>
                <a:spcPct val="105000"/>
              </a:lnSpc>
              <a:spcAft>
                <a:spcPts val="800"/>
              </a:spcAft>
            </a:pPr>
            <a:r>
              <a:rPr sz="1600" b="0">
                <a:solidFill>
                  <a:srgbClr val="2F2F2B"/>
                </a:solidFill>
                <a:latin typeface="Arial"/>
              </a:rPr>
              <a:t>Previous season</a:t>
            </a:r>
          </a:p>
          <a:p>
            <a:pPr algn="l">
              <a:lnSpc>
                <a:spcPct val="105000"/>
              </a:lnSpc>
              <a:spcAft>
                <a:spcPts val="800"/>
              </a:spcAft>
            </a:pPr>
            <a:r>
              <a:rPr sz="1600" b="0">
                <a:solidFill>
                  <a:srgbClr val="2F2F2B"/>
                </a:solidFill>
                <a:latin typeface="Arial"/>
              </a:rPr>
              <a:t>National previous season</a:t>
            </a:r>
          </a:p>
          <a:p>
            <a:pPr algn="l">
              <a:lnSpc>
                <a:spcPct val="105000"/>
              </a:lnSpc>
              <a:spcAft>
                <a:spcPts val="800"/>
              </a:spcAft>
            </a:pPr>
            <a:r>
              <a:rPr sz="1600" b="0">
                <a:solidFill>
                  <a:srgbClr val="2F2F2B"/>
                </a:solidFill>
                <a:latin typeface="Arial"/>
              </a:rPr>
              <a:t>ARIMA forecast</a:t>
            </a:r>
          </a:p>
        </p:txBody>
      </p:sp>
      <p:sp>
        <p:nvSpPr>
          <p:cNvPr id="14" name="TextBox 13"/>
          <p:cNvSpPr txBox="1"/>
          <p:nvPr/>
        </p:nvSpPr>
        <p:spPr>
          <a:xfrm>
            <a:off x="3529584" y="3246120"/>
            <a:ext cx="2295144" cy="822960"/>
          </a:xfrm>
          <a:prstGeom prst="rect">
            <a:avLst/>
          </a:prstGeom>
          <a:noFill/>
        </p:spPr>
        <p:txBody>
          <a:bodyPr wrap="square" lIns="0" rIns="0" tIns="0" bIns="0" anchor="ctr">
            <a:spAutoFit/>
          </a:bodyPr>
          <a:lstStyle/>
          <a:p>
            <a:pPr algn="l">
              <a:lnSpc>
                <a:spcPct val="115000"/>
              </a:lnSpc>
              <a:spcAft>
                <a:spcPts val="0"/>
              </a:spcAft>
            </a:pPr>
            <a:r>
              <a:rPr sz="5400" b="0">
                <a:solidFill>
                  <a:srgbClr val="596548"/>
                </a:solidFill>
                <a:latin typeface="Georgia"/>
              </a:rPr>
              <a:t>5</a:t>
            </a:r>
          </a:p>
        </p:txBody>
      </p:sp>
      <p:sp>
        <p:nvSpPr>
          <p:cNvPr id="15" name="TextBox 14"/>
          <p:cNvSpPr txBox="1"/>
          <p:nvPr/>
        </p:nvSpPr>
        <p:spPr>
          <a:xfrm>
            <a:off x="3529584" y="4114800"/>
            <a:ext cx="2295144" cy="365760"/>
          </a:xfrm>
          <a:prstGeom prst="rect">
            <a:avLst/>
          </a:prstGeom>
          <a:noFill/>
        </p:spPr>
        <p:txBody>
          <a:bodyPr wrap="square" lIns="0" rIns="0" tIns="0" bIns="0" anchor="t">
            <a:spAutoFit/>
          </a:bodyPr>
          <a:lstStyle/>
          <a:p>
            <a:pPr algn="l">
              <a:lnSpc>
                <a:spcPct val="115000"/>
              </a:lnSpc>
              <a:spcAft>
                <a:spcPts val="0"/>
              </a:spcAft>
            </a:pPr>
            <a:r>
              <a:rPr sz="1500" b="1">
                <a:solidFill>
                  <a:srgbClr val="2F2F2B"/>
                </a:solidFill>
                <a:latin typeface="Arial"/>
              </a:rPr>
              <a:t>PLANTING</a:t>
            </a:r>
          </a:p>
        </p:txBody>
      </p:sp>
      <p:cxnSp>
        <p:nvCxnSpPr>
          <p:cNvPr id="16" name="Connector 15"/>
          <p:cNvCxnSpPr/>
          <p:nvPr/>
        </p:nvCxnSpPr>
        <p:spPr>
          <a:xfrm>
            <a:off x="3529584" y="4572000"/>
            <a:ext cx="2249424"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29584" y="4754879"/>
            <a:ext cx="2295144" cy="4206240"/>
          </a:xfrm>
          <a:prstGeom prst="rect">
            <a:avLst/>
          </a:prstGeom>
          <a:noFill/>
        </p:spPr>
        <p:txBody>
          <a:bodyPr wrap="square" lIns="0" rIns="0" tIns="0" bIns="0" anchor="t">
            <a:spAutoFit/>
          </a:bodyPr>
          <a:lstStyle/>
          <a:p>
            <a:pPr algn="l">
              <a:lnSpc>
                <a:spcPct val="105000"/>
              </a:lnSpc>
              <a:spcAft>
                <a:spcPts val="800"/>
              </a:spcAft>
            </a:pPr>
            <a:r>
              <a:rPr sz="1600" b="0">
                <a:solidFill>
                  <a:srgbClr val="2F2F2B"/>
                </a:solidFill>
                <a:latin typeface="Arial"/>
              </a:rPr>
              <a:t>Sown extent</a:t>
            </a:r>
          </a:p>
          <a:p>
            <a:pPr algn="l">
              <a:lnSpc>
                <a:spcPct val="105000"/>
              </a:lnSpc>
              <a:spcAft>
                <a:spcPts val="800"/>
              </a:spcAft>
            </a:pPr>
            <a:r>
              <a:rPr sz="1600" b="0">
                <a:solidFill>
                  <a:srgbClr val="2F2F2B"/>
                </a:solidFill>
                <a:latin typeface="Arial"/>
              </a:rPr>
              <a:t>Sown vs last 3 seasons</a:t>
            </a:r>
          </a:p>
          <a:p>
            <a:pPr algn="l">
              <a:lnSpc>
                <a:spcPct val="105000"/>
              </a:lnSpc>
              <a:spcAft>
                <a:spcPts val="800"/>
              </a:spcAft>
            </a:pPr>
            <a:r>
              <a:rPr sz="1600" b="0">
                <a:solidFill>
                  <a:srgbClr val="2F2F2B"/>
                </a:solidFill>
                <a:latin typeface="Arial"/>
              </a:rPr>
              <a:t>Major irrigation share</a:t>
            </a:r>
          </a:p>
          <a:p>
            <a:pPr algn="l">
              <a:lnSpc>
                <a:spcPct val="105000"/>
              </a:lnSpc>
              <a:spcAft>
                <a:spcPts val="800"/>
              </a:spcAft>
            </a:pPr>
            <a:r>
              <a:rPr sz="1600" b="0">
                <a:solidFill>
                  <a:srgbClr val="2F2F2B"/>
                </a:solidFill>
                <a:latin typeface="Arial"/>
              </a:rPr>
              <a:t>Minor irrigation share</a:t>
            </a:r>
          </a:p>
          <a:p>
            <a:pPr algn="l">
              <a:lnSpc>
                <a:spcPct val="105000"/>
              </a:lnSpc>
              <a:spcAft>
                <a:spcPts val="800"/>
              </a:spcAft>
            </a:pPr>
            <a:r>
              <a:rPr sz="1600" b="0">
                <a:solidFill>
                  <a:srgbClr val="2F2F2B"/>
                </a:solidFill>
                <a:latin typeface="Arial"/>
              </a:rPr>
              <a:t>Rainfed share</a:t>
            </a:r>
          </a:p>
        </p:txBody>
      </p:sp>
      <p:sp>
        <p:nvSpPr>
          <p:cNvPr id="18" name="TextBox 17"/>
          <p:cNvSpPr txBox="1"/>
          <p:nvPr/>
        </p:nvSpPr>
        <p:spPr>
          <a:xfrm>
            <a:off x="6053328" y="3246120"/>
            <a:ext cx="2295144" cy="822960"/>
          </a:xfrm>
          <a:prstGeom prst="rect">
            <a:avLst/>
          </a:prstGeom>
          <a:noFill/>
        </p:spPr>
        <p:txBody>
          <a:bodyPr wrap="square" lIns="0" rIns="0" tIns="0" bIns="0" anchor="ctr">
            <a:spAutoFit/>
          </a:bodyPr>
          <a:lstStyle/>
          <a:p>
            <a:pPr algn="l">
              <a:lnSpc>
                <a:spcPct val="115000"/>
              </a:lnSpc>
              <a:spcAft>
                <a:spcPts val="0"/>
              </a:spcAft>
            </a:pPr>
            <a:r>
              <a:rPr sz="5400" b="0">
                <a:solidFill>
                  <a:srgbClr val="596548"/>
                </a:solidFill>
                <a:latin typeface="Georgia"/>
              </a:rPr>
              <a:t>7</a:t>
            </a:r>
          </a:p>
        </p:txBody>
      </p:sp>
      <p:sp>
        <p:nvSpPr>
          <p:cNvPr id="19" name="TextBox 18"/>
          <p:cNvSpPr txBox="1"/>
          <p:nvPr/>
        </p:nvSpPr>
        <p:spPr>
          <a:xfrm>
            <a:off x="6053328" y="4114800"/>
            <a:ext cx="2295144" cy="365760"/>
          </a:xfrm>
          <a:prstGeom prst="rect">
            <a:avLst/>
          </a:prstGeom>
          <a:noFill/>
        </p:spPr>
        <p:txBody>
          <a:bodyPr wrap="square" lIns="0" rIns="0" tIns="0" bIns="0" anchor="t">
            <a:spAutoFit/>
          </a:bodyPr>
          <a:lstStyle/>
          <a:p>
            <a:pPr algn="l">
              <a:lnSpc>
                <a:spcPct val="115000"/>
              </a:lnSpc>
              <a:spcAft>
                <a:spcPts val="0"/>
              </a:spcAft>
            </a:pPr>
            <a:r>
              <a:rPr sz="1500" b="1">
                <a:solidFill>
                  <a:srgbClr val="2F2F2B"/>
                </a:solidFill>
                <a:latin typeface="Arial"/>
              </a:rPr>
              <a:t>RAINFALL</a:t>
            </a:r>
          </a:p>
        </p:txBody>
      </p:sp>
      <p:cxnSp>
        <p:nvCxnSpPr>
          <p:cNvPr id="20" name="Connector 19"/>
          <p:cNvCxnSpPr/>
          <p:nvPr/>
        </p:nvCxnSpPr>
        <p:spPr>
          <a:xfrm>
            <a:off x="6053328" y="4572000"/>
            <a:ext cx="2249424"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53328" y="4754879"/>
            <a:ext cx="2295144" cy="4206240"/>
          </a:xfrm>
          <a:prstGeom prst="rect">
            <a:avLst/>
          </a:prstGeom>
          <a:noFill/>
        </p:spPr>
        <p:txBody>
          <a:bodyPr wrap="square" lIns="0" rIns="0" tIns="0" bIns="0" anchor="t">
            <a:spAutoFit/>
          </a:bodyPr>
          <a:lstStyle/>
          <a:p>
            <a:pPr algn="l">
              <a:lnSpc>
                <a:spcPct val="105000"/>
              </a:lnSpc>
              <a:spcAft>
                <a:spcPts val="800"/>
              </a:spcAft>
            </a:pPr>
            <a:r>
              <a:rPr sz="1600" b="0">
                <a:solidFill>
                  <a:srgbClr val="2F2F2B"/>
                </a:solidFill>
                <a:latin typeface="Arial"/>
              </a:rPr>
              <a:t>Season rainfall</a:t>
            </a:r>
          </a:p>
          <a:p>
            <a:pPr algn="l">
              <a:lnSpc>
                <a:spcPct val="105000"/>
              </a:lnSpc>
              <a:spcAft>
                <a:spcPts val="800"/>
              </a:spcAft>
            </a:pPr>
            <a:r>
              <a:rPr sz="1600" b="0">
                <a:solidFill>
                  <a:srgbClr val="2F2F2B"/>
                </a:solidFill>
                <a:latin typeface="Arial"/>
              </a:rPr>
              <a:t>Rainfall vs normal</a:t>
            </a:r>
          </a:p>
          <a:p>
            <a:pPr algn="l">
              <a:lnSpc>
                <a:spcPct val="105000"/>
              </a:lnSpc>
              <a:spcAft>
                <a:spcPts val="800"/>
              </a:spcAft>
            </a:pPr>
            <a:r>
              <a:rPr sz="1600" b="0">
                <a:solidFill>
                  <a:srgbClr val="2F2F2B"/>
                </a:solidFill>
                <a:latin typeface="Arial"/>
              </a:rPr>
              <a:t>Wettest month</a:t>
            </a:r>
          </a:p>
          <a:p>
            <a:pPr algn="l">
              <a:lnSpc>
                <a:spcPct val="105000"/>
              </a:lnSpc>
              <a:spcAft>
                <a:spcPts val="800"/>
              </a:spcAft>
            </a:pPr>
            <a:r>
              <a:rPr sz="1600" b="0">
                <a:solidFill>
                  <a:srgbClr val="2F2F2B"/>
                </a:solidFill>
                <a:latin typeface="Arial"/>
              </a:rPr>
              <a:t>Driest month</a:t>
            </a:r>
          </a:p>
          <a:p>
            <a:pPr algn="l">
              <a:lnSpc>
                <a:spcPct val="105000"/>
              </a:lnSpc>
              <a:spcAft>
                <a:spcPts val="800"/>
              </a:spcAft>
            </a:pPr>
            <a:r>
              <a:rPr sz="1600" b="0">
                <a:solidFill>
                  <a:srgbClr val="2F2F2B"/>
                </a:solidFill>
                <a:latin typeface="Arial"/>
              </a:rPr>
              <a:t>Rain before season</a:t>
            </a:r>
          </a:p>
          <a:p>
            <a:pPr algn="l">
              <a:lnSpc>
                <a:spcPct val="105000"/>
              </a:lnSpc>
              <a:spcAft>
                <a:spcPts val="800"/>
              </a:spcAft>
            </a:pPr>
            <a:r>
              <a:rPr sz="1600" b="0">
                <a:solidFill>
                  <a:srgbClr val="2F2F2B"/>
                </a:solidFill>
                <a:latin typeface="Arial"/>
              </a:rPr>
              <a:t>Longest dry spell</a:t>
            </a:r>
          </a:p>
          <a:p>
            <a:pPr algn="l">
              <a:lnSpc>
                <a:spcPct val="105000"/>
              </a:lnSpc>
              <a:spcAft>
                <a:spcPts val="800"/>
              </a:spcAft>
            </a:pPr>
            <a:r>
              <a:rPr sz="1600" b="0">
                <a:solidFill>
                  <a:srgbClr val="2F2F2B"/>
                </a:solidFill>
                <a:latin typeface="Arial"/>
              </a:rPr>
              <a:t>Heavy-rain days</a:t>
            </a:r>
          </a:p>
        </p:txBody>
      </p:sp>
      <p:sp>
        <p:nvSpPr>
          <p:cNvPr id="22" name="TextBox 21"/>
          <p:cNvSpPr txBox="1"/>
          <p:nvPr/>
        </p:nvSpPr>
        <p:spPr>
          <a:xfrm>
            <a:off x="8577072" y="3246120"/>
            <a:ext cx="2295144" cy="822960"/>
          </a:xfrm>
          <a:prstGeom prst="rect">
            <a:avLst/>
          </a:prstGeom>
          <a:noFill/>
        </p:spPr>
        <p:txBody>
          <a:bodyPr wrap="square" lIns="0" rIns="0" tIns="0" bIns="0" anchor="ctr">
            <a:spAutoFit/>
          </a:bodyPr>
          <a:lstStyle/>
          <a:p>
            <a:pPr algn="l">
              <a:lnSpc>
                <a:spcPct val="115000"/>
              </a:lnSpc>
              <a:spcAft>
                <a:spcPts val="0"/>
              </a:spcAft>
            </a:pPr>
            <a:r>
              <a:rPr sz="5400" b="0">
                <a:solidFill>
                  <a:srgbClr val="596548"/>
                </a:solidFill>
                <a:latin typeface="Georgia"/>
              </a:rPr>
              <a:t>4</a:t>
            </a:r>
          </a:p>
        </p:txBody>
      </p:sp>
      <p:sp>
        <p:nvSpPr>
          <p:cNvPr id="23" name="TextBox 22"/>
          <p:cNvSpPr txBox="1"/>
          <p:nvPr/>
        </p:nvSpPr>
        <p:spPr>
          <a:xfrm>
            <a:off x="8577072" y="4114800"/>
            <a:ext cx="2295144" cy="365760"/>
          </a:xfrm>
          <a:prstGeom prst="rect">
            <a:avLst/>
          </a:prstGeom>
          <a:noFill/>
        </p:spPr>
        <p:txBody>
          <a:bodyPr wrap="square" lIns="0" rIns="0" tIns="0" bIns="0" anchor="t">
            <a:spAutoFit/>
          </a:bodyPr>
          <a:lstStyle/>
          <a:p>
            <a:pPr algn="l">
              <a:lnSpc>
                <a:spcPct val="115000"/>
              </a:lnSpc>
              <a:spcAft>
                <a:spcPts val="0"/>
              </a:spcAft>
            </a:pPr>
            <a:r>
              <a:rPr sz="1500" b="1">
                <a:solidFill>
                  <a:srgbClr val="2F2F2B"/>
                </a:solidFill>
                <a:latin typeface="Arial"/>
              </a:rPr>
              <a:t>WEATHER</a:t>
            </a:r>
          </a:p>
        </p:txBody>
      </p:sp>
      <p:cxnSp>
        <p:nvCxnSpPr>
          <p:cNvPr id="24" name="Connector 23"/>
          <p:cNvCxnSpPr/>
          <p:nvPr/>
        </p:nvCxnSpPr>
        <p:spPr>
          <a:xfrm>
            <a:off x="8577072" y="4572000"/>
            <a:ext cx="2249424"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577072" y="4754879"/>
            <a:ext cx="2295144" cy="4206240"/>
          </a:xfrm>
          <a:prstGeom prst="rect">
            <a:avLst/>
          </a:prstGeom>
          <a:noFill/>
        </p:spPr>
        <p:txBody>
          <a:bodyPr wrap="square" lIns="0" rIns="0" tIns="0" bIns="0" anchor="t">
            <a:spAutoFit/>
          </a:bodyPr>
          <a:lstStyle/>
          <a:p>
            <a:pPr algn="l">
              <a:lnSpc>
                <a:spcPct val="105000"/>
              </a:lnSpc>
              <a:spcAft>
                <a:spcPts val="800"/>
              </a:spcAft>
            </a:pPr>
            <a:r>
              <a:rPr sz="1600" b="0">
                <a:solidFill>
                  <a:srgbClr val="2F2F2B"/>
                </a:solidFill>
                <a:latin typeface="Arial"/>
              </a:rPr>
              <a:t>Max temperature</a:t>
            </a:r>
          </a:p>
          <a:p>
            <a:pPr algn="l">
              <a:lnSpc>
                <a:spcPct val="105000"/>
              </a:lnSpc>
              <a:spcAft>
                <a:spcPts val="800"/>
              </a:spcAft>
            </a:pPr>
            <a:r>
              <a:rPr sz="1600" b="0">
                <a:solidFill>
                  <a:srgbClr val="2F2F2B"/>
                </a:solidFill>
                <a:latin typeface="Arial"/>
              </a:rPr>
              <a:t>Humidity</a:t>
            </a:r>
          </a:p>
          <a:p>
            <a:pPr algn="l">
              <a:lnSpc>
                <a:spcPct val="105000"/>
              </a:lnSpc>
              <a:spcAft>
                <a:spcPts val="800"/>
              </a:spcAft>
            </a:pPr>
            <a:r>
              <a:rPr sz="1600" b="0">
                <a:solidFill>
                  <a:srgbClr val="2F2F2B"/>
                </a:solidFill>
                <a:latin typeface="Arial"/>
              </a:rPr>
              <a:t>Solar radiation</a:t>
            </a:r>
          </a:p>
          <a:p>
            <a:pPr algn="l">
              <a:lnSpc>
                <a:spcPct val="105000"/>
              </a:lnSpc>
              <a:spcAft>
                <a:spcPts val="800"/>
              </a:spcAft>
            </a:pPr>
            <a:r>
              <a:rPr sz="1600" b="0">
                <a:solidFill>
                  <a:srgbClr val="2F2F2B"/>
                </a:solidFill>
                <a:latin typeface="Arial"/>
              </a:rPr>
              <a:t>Wind</a:t>
            </a:r>
          </a:p>
        </p:txBody>
      </p:sp>
      <p:sp>
        <p:nvSpPr>
          <p:cNvPr id="26" name="TextBox 25"/>
          <p:cNvSpPr txBox="1"/>
          <p:nvPr/>
        </p:nvSpPr>
        <p:spPr>
          <a:xfrm>
            <a:off x="11100816" y="3246120"/>
            <a:ext cx="2295144" cy="822960"/>
          </a:xfrm>
          <a:prstGeom prst="rect">
            <a:avLst/>
          </a:prstGeom>
          <a:noFill/>
        </p:spPr>
        <p:txBody>
          <a:bodyPr wrap="square" lIns="0" rIns="0" tIns="0" bIns="0" anchor="ctr">
            <a:spAutoFit/>
          </a:bodyPr>
          <a:lstStyle/>
          <a:p>
            <a:pPr algn="l">
              <a:lnSpc>
                <a:spcPct val="115000"/>
              </a:lnSpc>
              <a:spcAft>
                <a:spcPts val="0"/>
              </a:spcAft>
            </a:pPr>
            <a:r>
              <a:rPr sz="5400" b="0">
                <a:solidFill>
                  <a:srgbClr val="596548"/>
                </a:solidFill>
                <a:latin typeface="Georgia"/>
              </a:rPr>
              <a:t>3</a:t>
            </a:r>
          </a:p>
        </p:txBody>
      </p:sp>
      <p:sp>
        <p:nvSpPr>
          <p:cNvPr id="27" name="TextBox 26"/>
          <p:cNvSpPr txBox="1"/>
          <p:nvPr/>
        </p:nvSpPr>
        <p:spPr>
          <a:xfrm>
            <a:off x="11100816" y="4114800"/>
            <a:ext cx="2295144" cy="365760"/>
          </a:xfrm>
          <a:prstGeom prst="rect">
            <a:avLst/>
          </a:prstGeom>
          <a:noFill/>
        </p:spPr>
        <p:txBody>
          <a:bodyPr wrap="square" lIns="0" rIns="0" tIns="0" bIns="0" anchor="t">
            <a:spAutoFit/>
          </a:bodyPr>
          <a:lstStyle/>
          <a:p>
            <a:pPr algn="l">
              <a:lnSpc>
                <a:spcPct val="115000"/>
              </a:lnSpc>
              <a:spcAft>
                <a:spcPts val="0"/>
              </a:spcAft>
            </a:pPr>
            <a:r>
              <a:rPr sz="1500" b="1">
                <a:solidFill>
                  <a:srgbClr val="2F2F2B"/>
                </a:solidFill>
                <a:latin typeface="Arial"/>
              </a:rPr>
              <a:t>PLACE, POLICY</a:t>
            </a:r>
          </a:p>
        </p:txBody>
      </p:sp>
      <p:cxnSp>
        <p:nvCxnSpPr>
          <p:cNvPr id="28" name="Connector 27"/>
          <p:cNvCxnSpPr/>
          <p:nvPr/>
        </p:nvCxnSpPr>
        <p:spPr>
          <a:xfrm>
            <a:off x="11100816" y="4572000"/>
            <a:ext cx="2249424"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00816" y="4754879"/>
            <a:ext cx="2295144" cy="4206240"/>
          </a:xfrm>
          <a:prstGeom prst="rect">
            <a:avLst/>
          </a:prstGeom>
          <a:noFill/>
        </p:spPr>
        <p:txBody>
          <a:bodyPr wrap="square" lIns="0" rIns="0" tIns="0" bIns="0" anchor="t">
            <a:spAutoFit/>
          </a:bodyPr>
          <a:lstStyle/>
          <a:p>
            <a:pPr algn="l">
              <a:lnSpc>
                <a:spcPct val="105000"/>
              </a:lnSpc>
              <a:spcAft>
                <a:spcPts val="800"/>
              </a:spcAft>
            </a:pPr>
            <a:r>
              <a:rPr sz="1600" b="0">
                <a:solidFill>
                  <a:srgbClr val="2F2F2B"/>
                </a:solidFill>
                <a:latin typeface="Arial"/>
              </a:rPr>
              <a:t>District</a:t>
            </a:r>
          </a:p>
          <a:p>
            <a:pPr algn="l">
              <a:lnSpc>
                <a:spcPct val="105000"/>
              </a:lnSpc>
              <a:spcAft>
                <a:spcPts val="800"/>
              </a:spcAft>
            </a:pPr>
            <a:r>
              <a:rPr sz="1600" b="0">
                <a:solidFill>
                  <a:srgbClr val="2F2F2B"/>
                </a:solidFill>
                <a:latin typeface="Arial"/>
              </a:rPr>
              <a:t>Season</a:t>
            </a:r>
          </a:p>
          <a:p>
            <a:pPr algn="l">
              <a:lnSpc>
                <a:spcPct val="105000"/>
              </a:lnSpc>
              <a:spcAft>
                <a:spcPts val="800"/>
              </a:spcAft>
            </a:pPr>
            <a:r>
              <a:rPr sz="1600" b="0">
                <a:solidFill>
                  <a:srgbClr val="2F2F2B"/>
                </a:solidFill>
                <a:latin typeface="Arial"/>
              </a:rPr>
              <a:t>Fertilizer shortage</a:t>
            </a:r>
          </a:p>
        </p:txBody>
      </p:sp>
      <p:sp>
        <p:nvSpPr>
          <p:cNvPr id="30" name="Rectangle 29"/>
          <p:cNvSpPr/>
          <p:nvPr/>
        </p:nvSpPr>
        <p:spPr>
          <a:xfrm>
            <a:off x="14081760" y="3246120"/>
            <a:ext cx="3200399" cy="5852159"/>
          </a:xfrm>
          <a:prstGeom prst="rect">
            <a:avLst/>
          </a:prstGeom>
          <a:solidFill>
            <a:srgbClr val="EDE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356080" y="3474720"/>
            <a:ext cx="2651759" cy="365760"/>
          </a:xfrm>
          <a:prstGeom prst="rect">
            <a:avLst/>
          </a:prstGeom>
          <a:noFill/>
        </p:spPr>
        <p:txBody>
          <a:bodyPr wrap="square" lIns="0" rIns="0" tIns="0" bIns="0" anchor="t">
            <a:spAutoFit/>
          </a:bodyPr>
          <a:lstStyle/>
          <a:p>
            <a:pPr algn="l">
              <a:lnSpc>
                <a:spcPct val="115000"/>
              </a:lnSpc>
              <a:spcAft>
                <a:spcPts val="0"/>
              </a:spcAft>
            </a:pPr>
            <a:r>
              <a:rPr sz="1400" b="1">
                <a:solidFill>
                  <a:srgbClr val="A4532F"/>
                </a:solidFill>
                <a:latin typeface="Arial"/>
              </a:rPr>
              <a:t>TESTED, NOT KEPT</a:t>
            </a:r>
          </a:p>
        </p:txBody>
      </p:sp>
      <p:sp>
        <p:nvSpPr>
          <p:cNvPr id="32" name="TextBox 31"/>
          <p:cNvSpPr txBox="1"/>
          <p:nvPr/>
        </p:nvSpPr>
        <p:spPr>
          <a:xfrm>
            <a:off x="14356080" y="3977639"/>
            <a:ext cx="2651759" cy="3291840"/>
          </a:xfrm>
          <a:prstGeom prst="rect">
            <a:avLst/>
          </a:prstGeom>
          <a:noFill/>
        </p:spPr>
        <p:txBody>
          <a:bodyPr wrap="square" lIns="0" rIns="0" tIns="0" bIns="0" anchor="t">
            <a:spAutoFit/>
          </a:bodyPr>
          <a:lstStyle/>
          <a:p>
            <a:pPr algn="l">
              <a:lnSpc>
                <a:spcPct val="100000"/>
              </a:lnSpc>
              <a:spcAft>
                <a:spcPts val="600"/>
              </a:spcAft>
            </a:pPr>
            <a:r>
              <a:rPr sz="1500" b="0">
                <a:solidFill>
                  <a:srgbClr val="2F2F2B"/>
                </a:solidFill>
                <a:latin typeface="Arial"/>
              </a:rPr>
              <a:t>Fertilizer imports</a:t>
            </a:r>
          </a:p>
          <a:p>
            <a:pPr algn="l">
              <a:lnSpc>
                <a:spcPct val="100000"/>
              </a:lnSpc>
              <a:spcAft>
                <a:spcPts val="600"/>
              </a:spcAft>
            </a:pPr>
            <a:r>
              <a:rPr sz="1500" b="0">
                <a:solidFill>
                  <a:srgbClr val="2F2F2B"/>
                </a:solidFill>
                <a:latin typeface="Arial"/>
              </a:rPr>
              <a:t>Neighbouring districts</a:t>
            </a:r>
          </a:p>
          <a:p>
            <a:pPr algn="l">
              <a:lnSpc>
                <a:spcPct val="100000"/>
              </a:lnSpc>
              <a:spcAft>
                <a:spcPts val="600"/>
              </a:spcAft>
            </a:pPr>
            <a:r>
              <a:rPr sz="1500" b="0">
                <a:solidFill>
                  <a:srgbClr val="2F2F2B"/>
                </a:solidFill>
                <a:latin typeface="Arial"/>
              </a:rPr>
              <a:t>Greenness (NDVI)</a:t>
            </a:r>
          </a:p>
          <a:p>
            <a:pPr algn="l">
              <a:lnSpc>
                <a:spcPct val="100000"/>
              </a:lnSpc>
              <a:spcAft>
                <a:spcPts val="600"/>
              </a:spcAft>
            </a:pPr>
            <a:r>
              <a:rPr sz="1500" b="0">
                <a:solidFill>
                  <a:srgbClr val="2F2F2B"/>
                </a:solidFill>
                <a:latin typeface="Arial"/>
              </a:rPr>
              <a:t>El Niño, IOD</a:t>
            </a:r>
          </a:p>
          <a:p>
            <a:pPr algn="l">
              <a:lnSpc>
                <a:spcPct val="100000"/>
              </a:lnSpc>
              <a:spcAft>
                <a:spcPts val="600"/>
              </a:spcAft>
            </a:pPr>
            <a:r>
              <a:rPr sz="1500" b="0">
                <a:solidFill>
                  <a:srgbClr val="2F2F2B"/>
                </a:solidFill>
                <a:latin typeface="Arial"/>
              </a:rPr>
              <a:t>Rice crop health</a:t>
            </a:r>
          </a:p>
          <a:p>
            <a:pPr algn="l">
              <a:lnSpc>
                <a:spcPct val="100000"/>
              </a:lnSpc>
              <a:spcAft>
                <a:spcPts val="600"/>
              </a:spcAft>
            </a:pPr>
            <a:r>
              <a:rPr sz="1500" b="0">
                <a:solidFill>
                  <a:srgbClr val="2F2F2B"/>
                </a:solidFill>
                <a:latin typeface="Arial"/>
              </a:rPr>
              <a:t>Soil moisture</a:t>
            </a:r>
          </a:p>
          <a:p>
            <a:pPr algn="l">
              <a:lnSpc>
                <a:spcPct val="100000"/>
              </a:lnSpc>
              <a:spcAft>
                <a:spcPts val="600"/>
              </a:spcAft>
            </a:pPr>
            <a:r>
              <a:rPr sz="1500" b="0">
                <a:solidFill>
                  <a:srgbClr val="2F2F2B"/>
                </a:solidFill>
                <a:latin typeface="Arial"/>
              </a:rPr>
              <a:t>Subsidy level</a:t>
            </a:r>
          </a:p>
          <a:p>
            <a:pPr algn="l">
              <a:lnSpc>
                <a:spcPct val="100000"/>
              </a:lnSpc>
              <a:spcAft>
                <a:spcPts val="600"/>
              </a:spcAft>
            </a:pPr>
            <a:r>
              <a:rPr sz="1500" b="0">
                <a:solidFill>
                  <a:srgbClr val="2F2F2B"/>
                </a:solidFill>
                <a:latin typeface="Arial"/>
              </a:rPr>
              <a:t>Heat at flowering</a:t>
            </a:r>
          </a:p>
        </p:txBody>
      </p:sp>
      <p:sp>
        <p:nvSpPr>
          <p:cNvPr id="33" name="TextBox 32"/>
          <p:cNvSpPr txBox="1"/>
          <p:nvPr/>
        </p:nvSpPr>
        <p:spPr>
          <a:xfrm>
            <a:off x="14356080" y="7680959"/>
            <a:ext cx="2651759" cy="1188720"/>
          </a:xfrm>
          <a:prstGeom prst="rect">
            <a:avLst/>
          </a:prstGeom>
          <a:noFill/>
        </p:spPr>
        <p:txBody>
          <a:bodyPr wrap="square" lIns="0" rIns="0" tIns="0" bIns="0" anchor="b">
            <a:spAutoFit/>
          </a:bodyPr>
          <a:lstStyle/>
          <a:p>
            <a:pPr algn="l">
              <a:lnSpc>
                <a:spcPct val="110000"/>
              </a:lnSpc>
              <a:spcAft>
                <a:spcPts val="0"/>
              </a:spcAft>
            </a:pPr>
            <a:r>
              <a:rPr sz="1400" b="0">
                <a:solidFill>
                  <a:srgbClr val="6B675C"/>
                </a:solidFill>
                <a:latin typeface="Arial"/>
              </a:rPr>
              <a:t>A new source was kept only if it lowered the mean validation MAE of three reference models, Ridge regression, XGBoost and CatBoost, by over 1%. Clean-ups only had to not raise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06</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MODEL SELECTION AND TRAINING</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The Explainable Boosting Machine (EBM) was selected from 20 models on validation years only</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9098280"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MEAN ABSOLUTE ERROR OVER SEVEN VALIDATION YEARS (KG/HA)</a:t>
            </a:r>
          </a:p>
        </p:txBody>
      </p:sp>
      <p:pic>
        <p:nvPicPr>
          <p:cNvPr id="11" name="Picture 10" descr="all20.png"/>
          <p:cNvPicPr>
            <a:picLocks noChangeAspect="1"/>
          </p:cNvPicPr>
          <p:nvPr/>
        </p:nvPicPr>
        <p:blipFill>
          <a:blip r:embed="rId2"/>
          <a:stretch>
            <a:fillRect/>
          </a:stretch>
        </p:blipFill>
        <p:spPr>
          <a:xfrm>
            <a:off x="1005840" y="3862668"/>
            <a:ext cx="9098280" cy="5030542"/>
          </a:xfrm>
          <a:prstGeom prst="rect">
            <a:avLst/>
          </a:prstGeom>
        </p:spPr>
      </p:pic>
      <p:cxnSp>
        <p:nvCxnSpPr>
          <p:cNvPr id="12" name="Connector 11"/>
          <p:cNvCxnSpPr/>
          <p:nvPr/>
        </p:nvCxnSpPr>
        <p:spPr>
          <a:xfrm>
            <a:off x="10744199" y="3246120"/>
            <a:ext cx="653796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744199" y="3319272"/>
            <a:ext cx="2011679" cy="66522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Time split</a:t>
            </a:r>
          </a:p>
        </p:txBody>
      </p:sp>
      <p:sp>
        <p:nvSpPr>
          <p:cNvPr id="14" name="TextBox 13"/>
          <p:cNvSpPr txBox="1"/>
          <p:nvPr/>
        </p:nvSpPr>
        <p:spPr>
          <a:xfrm>
            <a:off x="12938759" y="3319272"/>
            <a:ext cx="4343400" cy="66522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Expanding folds validate 2010-2016, final fit 1981-2016, test 2017-2026 once</a:t>
            </a:r>
          </a:p>
        </p:txBody>
      </p:sp>
      <p:cxnSp>
        <p:nvCxnSpPr>
          <p:cNvPr id="15" name="Connector 14"/>
          <p:cNvCxnSpPr/>
          <p:nvPr/>
        </p:nvCxnSpPr>
        <p:spPr>
          <a:xfrm>
            <a:off x="10744199" y="4057650"/>
            <a:ext cx="653796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744199" y="4130802"/>
            <a:ext cx="2011679" cy="66522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Designed settings</a:t>
            </a:r>
          </a:p>
        </p:txBody>
      </p:sp>
      <p:sp>
        <p:nvSpPr>
          <p:cNvPr id="17" name="TextBox 16"/>
          <p:cNvSpPr txBox="1"/>
          <p:nvPr/>
        </p:nvSpPr>
        <p:spPr>
          <a:xfrm>
            <a:off x="12938759" y="4130802"/>
            <a:ext cx="4343400" cy="66522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XGBoost rate 0.03, depth 3, L2 5. CatBoost depth 4, L2 10. Random Forest 500 trees, depth 8, leaf 10</a:t>
            </a:r>
          </a:p>
        </p:txBody>
      </p:sp>
      <p:cxnSp>
        <p:nvCxnSpPr>
          <p:cNvPr id="18" name="Connector 17"/>
          <p:cNvCxnSpPr/>
          <p:nvPr/>
        </p:nvCxnSpPr>
        <p:spPr>
          <a:xfrm>
            <a:off x="10744199" y="4869180"/>
            <a:ext cx="653796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744199" y="4942331"/>
            <a:ext cx="2011679" cy="66522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Tie rule</a:t>
            </a:r>
          </a:p>
        </p:txBody>
      </p:sp>
      <p:sp>
        <p:nvSpPr>
          <p:cNvPr id="20" name="TextBox 19"/>
          <p:cNvSpPr txBox="1"/>
          <p:nvPr/>
        </p:nvSpPr>
        <p:spPr>
          <a:xfrm>
            <a:off x="12938759" y="4942331"/>
            <a:ext cx="4343400" cy="66522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Within 1% of the best MAE is a tie, NGBoost 343 and EBM 347. Lower fold deviation wins, 79 against 90</a:t>
            </a:r>
          </a:p>
        </p:txBody>
      </p:sp>
      <p:cxnSp>
        <p:nvCxnSpPr>
          <p:cNvPr id="21" name="Connector 20"/>
          <p:cNvCxnSpPr/>
          <p:nvPr/>
        </p:nvCxnSpPr>
        <p:spPr>
          <a:xfrm>
            <a:off x="10744199" y="5680709"/>
            <a:ext cx="653796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744199" y="5753862"/>
            <a:ext cx="2011679" cy="66522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No leakage</a:t>
            </a:r>
          </a:p>
        </p:txBody>
      </p:sp>
      <p:sp>
        <p:nvSpPr>
          <p:cNvPr id="23" name="TextBox 22"/>
          <p:cNvSpPr txBox="1"/>
          <p:nvPr/>
        </p:nvSpPr>
        <p:spPr>
          <a:xfrm>
            <a:off x="12938759" y="5753862"/>
            <a:ext cx="4343400" cy="66522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Nine leakage checks passed in code, the refitted ARIMA forecast reproduces the stored 4,945.0</a:t>
            </a:r>
          </a:p>
        </p:txBody>
      </p:sp>
      <p:cxnSp>
        <p:nvCxnSpPr>
          <p:cNvPr id="24" name="Connector 23"/>
          <p:cNvCxnSpPr/>
          <p:nvPr/>
        </p:nvCxnSpPr>
        <p:spPr>
          <a:xfrm>
            <a:off x="10744199" y="6492240"/>
            <a:ext cx="653796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744199" y="6675120"/>
            <a:ext cx="6537960"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EARLY STOPPING, XGBOOST (NOTEBOOK 12.3)</a:t>
            </a:r>
          </a:p>
        </p:txBody>
      </p:sp>
      <p:sp>
        <p:nvSpPr>
          <p:cNvPr id="26" name="Rectangle 25"/>
          <p:cNvSpPr/>
          <p:nvPr/>
        </p:nvSpPr>
        <p:spPr>
          <a:xfrm>
            <a:off x="10744199" y="7040880"/>
            <a:ext cx="3749039" cy="2057399"/>
          </a:xfrm>
          <a:prstGeom prst="rect">
            <a:avLst/>
          </a:prstGeom>
          <a:solidFill>
            <a:srgbClr val="F8F3E2"/>
          </a:solidFill>
          <a:ln w="9525">
            <a:solidFill>
              <a:srgbClr val="C9D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nbs_earlystop.png"/>
          <p:cNvPicPr>
            <a:picLocks noChangeAspect="1"/>
          </p:cNvPicPr>
          <p:nvPr/>
        </p:nvPicPr>
        <p:blipFill>
          <a:blip r:embed="rId3"/>
          <a:stretch>
            <a:fillRect/>
          </a:stretch>
        </p:blipFill>
        <p:spPr>
          <a:xfrm>
            <a:off x="11062733" y="7150608"/>
            <a:ext cx="3111973" cy="1837943"/>
          </a:xfrm>
          <a:prstGeom prst="rect">
            <a:avLst/>
          </a:prstGeom>
        </p:spPr>
      </p:pic>
      <p:sp>
        <p:nvSpPr>
          <p:cNvPr id="28" name="TextBox 27"/>
          <p:cNvSpPr txBox="1"/>
          <p:nvPr/>
        </p:nvSpPr>
        <p:spPr>
          <a:xfrm>
            <a:off x="14676119" y="7040880"/>
            <a:ext cx="2606040" cy="2057399"/>
          </a:xfrm>
          <a:prstGeom prst="rect">
            <a:avLst/>
          </a:prstGeom>
          <a:noFill/>
        </p:spPr>
        <p:txBody>
          <a:bodyPr wrap="square" lIns="0" rIns="0" tIns="0" bIns="0" anchor="ctr">
            <a:spAutoFit/>
          </a:bodyPr>
          <a:lstStyle/>
          <a:p>
            <a:pPr algn="l">
              <a:lnSpc>
                <a:spcPct val="112000"/>
              </a:lnSpc>
              <a:spcAft>
                <a:spcPts val="0"/>
              </a:spcAft>
            </a:pPr>
            <a:r>
              <a:rPr sz="1400" b="0">
                <a:solidFill>
                  <a:srgbClr val="6B675C"/>
                </a:solidFill>
                <a:latin typeface="Arial"/>
              </a:rPr>
              <a:t>Stopped at 359 rounds, where validation error stops falling. Grid search gained only 3 to 6 kg/ha against a fold spread of 84 to 90, so the designed values were kept.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07</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THE EXPLAINABLE BOOSTING MACHINE</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A boosted additive model, not covered in the lectures, that learns one readable curve per feature</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HOW IT LEARNS</a:t>
            </a:r>
          </a:p>
        </p:txBody>
      </p:sp>
      <p:cxnSp>
        <p:nvCxnSpPr>
          <p:cNvPr id="11" name="Connector 10"/>
          <p:cNvCxnSpPr/>
          <p:nvPr/>
        </p:nvCxnSpPr>
        <p:spPr>
          <a:xfrm>
            <a:off x="1005840" y="365760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3730752"/>
            <a:ext cx="2011679" cy="85953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Additive</a:t>
            </a:r>
          </a:p>
        </p:txBody>
      </p:sp>
      <p:sp>
        <p:nvSpPr>
          <p:cNvPr id="13" name="TextBox 12"/>
          <p:cNvSpPr txBox="1"/>
          <p:nvPr/>
        </p:nvSpPr>
        <p:spPr>
          <a:xfrm>
            <a:off x="3200400" y="3730752"/>
            <a:ext cx="5623559" cy="85953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Each estimate is a baseline plus one learned curve per feature, with 5 pairwise terms</a:t>
            </a:r>
          </a:p>
        </p:txBody>
      </p:sp>
      <p:cxnSp>
        <p:nvCxnSpPr>
          <p:cNvPr id="14" name="Connector 13"/>
          <p:cNvCxnSpPr/>
          <p:nvPr/>
        </p:nvCxnSpPr>
        <p:spPr>
          <a:xfrm>
            <a:off x="1005840" y="466344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05840" y="4736592"/>
            <a:ext cx="2011679" cy="85953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Boosting</a:t>
            </a:r>
          </a:p>
        </p:txBody>
      </p:sp>
      <p:sp>
        <p:nvSpPr>
          <p:cNvPr id="16" name="TextBox 15"/>
          <p:cNvSpPr txBox="1"/>
          <p:nvPr/>
        </p:nvSpPr>
        <p:spPr>
          <a:xfrm>
            <a:off x="3200400" y="4736592"/>
            <a:ext cx="5623559" cy="85953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Thousands of one-split trees, each on a single feature, learning rate 0.04, early stopping</a:t>
            </a:r>
          </a:p>
        </p:txBody>
      </p:sp>
      <p:cxnSp>
        <p:nvCxnSpPr>
          <p:cNvPr id="17" name="Connector 16"/>
          <p:cNvCxnSpPr/>
          <p:nvPr/>
        </p:nvCxnSpPr>
        <p:spPr>
          <a:xfrm>
            <a:off x="1005840" y="566927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5840" y="5742431"/>
            <a:ext cx="2011679" cy="85953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Shape curves</a:t>
            </a:r>
          </a:p>
        </p:txBody>
      </p:sp>
      <p:sp>
        <p:nvSpPr>
          <p:cNvPr id="19" name="TextBox 18"/>
          <p:cNvSpPr txBox="1"/>
          <p:nvPr/>
        </p:nvSpPr>
        <p:spPr>
          <a:xfrm>
            <a:off x="3200400" y="5742431"/>
            <a:ext cx="5623559" cy="85953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Each feature's trees are summed into one curve, averaged over 8 bagged fits</a:t>
            </a:r>
          </a:p>
        </p:txBody>
      </p:sp>
      <p:cxnSp>
        <p:nvCxnSpPr>
          <p:cNvPr id="20" name="Connector 19"/>
          <p:cNvCxnSpPr/>
          <p:nvPr/>
        </p:nvCxnSpPr>
        <p:spPr>
          <a:xfrm>
            <a:off x="1005840" y="667511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05840" y="681228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LEARNED CURVES FOR THREE FEATURES (NOTEBOOK 17.4)</a:t>
            </a:r>
          </a:p>
        </p:txBody>
      </p:sp>
      <p:sp>
        <p:nvSpPr>
          <p:cNvPr id="22" name="Rectangle 21"/>
          <p:cNvSpPr/>
          <p:nvPr/>
        </p:nvSpPr>
        <p:spPr>
          <a:xfrm>
            <a:off x="1005840" y="7178040"/>
            <a:ext cx="7818119" cy="1920239"/>
          </a:xfrm>
          <a:prstGeom prst="rect">
            <a:avLst/>
          </a:prstGeom>
          <a:solidFill>
            <a:srgbClr val="F8F3E2"/>
          </a:solidFill>
          <a:ln w="9525">
            <a:solidFill>
              <a:srgbClr val="C9D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bs_ebm_curves.png"/>
          <p:cNvPicPr>
            <a:picLocks noChangeAspect="1"/>
          </p:cNvPicPr>
          <p:nvPr/>
        </p:nvPicPr>
        <p:blipFill>
          <a:blip r:embed="rId2"/>
          <a:stretch>
            <a:fillRect/>
          </a:stretch>
        </p:blipFill>
        <p:spPr>
          <a:xfrm>
            <a:off x="1232957" y="7287768"/>
            <a:ext cx="7363884" cy="1700784"/>
          </a:xfrm>
          <a:prstGeom prst="rect">
            <a:avLst/>
          </a:prstGeom>
        </p:spPr>
      </p:pic>
      <p:sp>
        <p:nvSpPr>
          <p:cNvPr id="24" name="TextBox 23"/>
          <p:cNvSpPr txBox="1"/>
          <p:nvPr/>
        </p:nvSpPr>
        <p:spPr>
          <a:xfrm>
            <a:off x="9464039"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HOW IT DIFFERS FROM STANDARD MODELS</a:t>
            </a:r>
          </a:p>
        </p:txBody>
      </p:sp>
      <p:cxnSp>
        <p:nvCxnSpPr>
          <p:cNvPr id="25" name="Connector 24"/>
          <p:cNvCxnSpPr/>
          <p:nvPr/>
        </p:nvCxnSpPr>
        <p:spPr>
          <a:xfrm>
            <a:off x="9464039" y="365760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64039" y="3730752"/>
            <a:ext cx="2011679" cy="8366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Decision tree</a:t>
            </a:r>
          </a:p>
        </p:txBody>
      </p:sp>
      <p:sp>
        <p:nvSpPr>
          <p:cNvPr id="27" name="TextBox 26"/>
          <p:cNvSpPr txBox="1"/>
          <p:nvPr/>
        </p:nvSpPr>
        <p:spPr>
          <a:xfrm>
            <a:off x="11658599" y="3730752"/>
            <a:ext cx="5623559" cy="8366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One chain of splits over many features, and unstable (390 kg/ha, the weakest learned model)</a:t>
            </a:r>
          </a:p>
        </p:txBody>
      </p:sp>
      <p:cxnSp>
        <p:nvCxnSpPr>
          <p:cNvPr id="28" name="Connector 27"/>
          <p:cNvCxnSpPr/>
          <p:nvPr/>
        </p:nvCxnSpPr>
        <p:spPr>
          <a:xfrm>
            <a:off x="9464039" y="464058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464039" y="4713732"/>
            <a:ext cx="2011679" cy="8366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Linear, logistic</a:t>
            </a:r>
          </a:p>
        </p:txBody>
      </p:sp>
      <p:sp>
        <p:nvSpPr>
          <p:cNvPr id="30" name="TextBox 29"/>
          <p:cNvSpPr txBox="1"/>
          <p:nvPr/>
        </p:nvSpPr>
        <p:spPr>
          <a:xfrm>
            <a:off x="11658599" y="4713732"/>
            <a:ext cx="5623559" cy="8366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Also additive, but every effect is a straight line, so no heavy-rain threshold</a:t>
            </a:r>
          </a:p>
        </p:txBody>
      </p:sp>
      <p:cxnSp>
        <p:nvCxnSpPr>
          <p:cNvPr id="31" name="Connector 30"/>
          <p:cNvCxnSpPr/>
          <p:nvPr/>
        </p:nvCxnSpPr>
        <p:spPr>
          <a:xfrm>
            <a:off x="9464039" y="562356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39" y="5696712"/>
            <a:ext cx="2011679" cy="8366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k-NN</a:t>
            </a:r>
          </a:p>
        </p:txBody>
      </p:sp>
      <p:sp>
        <p:nvSpPr>
          <p:cNvPr id="33" name="TextBox 32"/>
          <p:cNvSpPr txBox="1"/>
          <p:nvPr/>
        </p:nvSpPr>
        <p:spPr>
          <a:xfrm>
            <a:off x="11658599" y="5696712"/>
            <a:ext cx="5623559" cy="8366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Copies the most similar past cases, with no effect per feature, and depends on scaling</a:t>
            </a:r>
          </a:p>
        </p:txBody>
      </p:sp>
      <p:cxnSp>
        <p:nvCxnSpPr>
          <p:cNvPr id="34" name="Connector 33"/>
          <p:cNvCxnSpPr/>
          <p:nvPr/>
        </p:nvCxnSpPr>
        <p:spPr>
          <a:xfrm>
            <a:off x="9464039" y="6606540"/>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64039" y="6679692"/>
            <a:ext cx="2011679" cy="83667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XGBoost</a:t>
            </a:r>
          </a:p>
        </p:txBody>
      </p:sp>
      <p:sp>
        <p:nvSpPr>
          <p:cNvPr id="36" name="TextBox 35"/>
          <p:cNvSpPr txBox="1"/>
          <p:nvPr/>
        </p:nvSpPr>
        <p:spPr>
          <a:xfrm>
            <a:off x="11658599" y="6679692"/>
            <a:ext cx="5623559" cy="83667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Trees over all features at once, accurate but needs SHAP to explain</a:t>
            </a:r>
          </a:p>
        </p:txBody>
      </p:sp>
      <p:cxnSp>
        <p:nvCxnSpPr>
          <p:cNvPr id="37" name="Connector 36"/>
          <p:cNvCxnSpPr/>
          <p:nvPr/>
        </p:nvCxnSpPr>
        <p:spPr>
          <a:xfrm>
            <a:off x="9464039" y="7589519"/>
            <a:ext cx="7818121"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39" y="7818120"/>
            <a:ext cx="7818119" cy="1280159"/>
          </a:xfrm>
          <a:prstGeom prst="rect">
            <a:avLst/>
          </a:prstGeom>
          <a:solidFill>
            <a:srgbClr val="EDE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38359" y="7936992"/>
            <a:ext cx="7269479" cy="36576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WHY IT WAS CHOSEN</a:t>
            </a:r>
          </a:p>
        </p:txBody>
      </p:sp>
      <p:sp>
        <p:nvSpPr>
          <p:cNvPr id="40" name="TextBox 39"/>
          <p:cNvSpPr txBox="1"/>
          <p:nvPr/>
        </p:nvSpPr>
        <p:spPr>
          <a:xfrm>
            <a:off x="9738359" y="8339327"/>
            <a:ext cx="7269479" cy="685800"/>
          </a:xfrm>
          <a:prstGeom prst="rect">
            <a:avLst/>
          </a:prstGeom>
          <a:noFill/>
        </p:spPr>
        <p:txBody>
          <a:bodyPr wrap="square" lIns="0" rIns="0" tIns="0" bIns="0" anchor="t">
            <a:spAutoFit/>
          </a:bodyPr>
          <a:lstStyle/>
          <a:p>
            <a:pPr algn="l">
              <a:lnSpc>
                <a:spcPct val="112000"/>
              </a:lnSpc>
              <a:spcAft>
                <a:spcPts val="0"/>
              </a:spcAft>
            </a:pPr>
            <a:r>
              <a:rPr sz="1400" b="0">
                <a:solidFill>
                  <a:srgbClr val="2F2F2B"/>
                </a:solidFill>
                <a:latin typeface="Arial"/>
              </a:rPr>
              <a:t>Tied for the best validation error with the steadiest years, gives an exact explanation, and handles categories and missing values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08</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RESULTS AND EVALUATION</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87.6% accuracy on 18 unseen seasons, level with the best models and better than the naive baseline</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00400"/>
            <a:ext cx="3703319" cy="777240"/>
          </a:xfrm>
          <a:prstGeom prst="rect">
            <a:avLst/>
          </a:prstGeom>
          <a:noFill/>
        </p:spPr>
        <p:txBody>
          <a:bodyPr wrap="square" lIns="0" rIns="0" tIns="0" bIns="0" anchor="t">
            <a:spAutoFit/>
          </a:bodyPr>
          <a:lstStyle/>
          <a:p>
            <a:pPr algn="l">
              <a:lnSpc>
                <a:spcPct val="115000"/>
              </a:lnSpc>
              <a:spcAft>
                <a:spcPts val="0"/>
              </a:spcAft>
            </a:pPr>
            <a:r>
              <a:rPr sz="4400" b="0">
                <a:solidFill>
                  <a:srgbClr val="596548"/>
                </a:solidFill>
                <a:latin typeface="Georgia"/>
              </a:rPr>
              <a:t>87.6%</a:t>
            </a:r>
          </a:p>
        </p:txBody>
      </p:sp>
      <p:sp>
        <p:nvSpPr>
          <p:cNvPr id="11" name="TextBox 10"/>
          <p:cNvSpPr txBox="1"/>
          <p:nvPr/>
        </p:nvSpPr>
        <p:spPr>
          <a:xfrm>
            <a:off x="1005840" y="4041648"/>
            <a:ext cx="370331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accuracy, 100% minus the mean absolute percentage error (MAPE) of 12.4%</a:t>
            </a:r>
          </a:p>
        </p:txBody>
      </p:sp>
      <p:sp>
        <p:nvSpPr>
          <p:cNvPr id="12" name="TextBox 11"/>
          <p:cNvSpPr txBox="1"/>
          <p:nvPr/>
        </p:nvSpPr>
        <p:spPr>
          <a:xfrm>
            <a:off x="5074919" y="3200400"/>
            <a:ext cx="3703319" cy="777240"/>
          </a:xfrm>
          <a:prstGeom prst="rect">
            <a:avLst/>
          </a:prstGeom>
          <a:noFill/>
        </p:spPr>
        <p:txBody>
          <a:bodyPr wrap="square" lIns="0" rIns="0" tIns="0" bIns="0" anchor="t">
            <a:spAutoFit/>
          </a:bodyPr>
          <a:lstStyle/>
          <a:p>
            <a:pPr algn="l">
              <a:lnSpc>
                <a:spcPct val="115000"/>
              </a:lnSpc>
              <a:spcAft>
                <a:spcPts val="0"/>
              </a:spcAft>
            </a:pPr>
            <a:r>
              <a:rPr sz="4400" b="0">
                <a:solidFill>
                  <a:srgbClr val="596548"/>
                </a:solidFill>
                <a:latin typeface="Georgia"/>
              </a:rPr>
              <a:t>446</a:t>
            </a:r>
          </a:p>
        </p:txBody>
      </p:sp>
      <p:sp>
        <p:nvSpPr>
          <p:cNvPr id="13" name="TextBox 12"/>
          <p:cNvSpPr txBox="1"/>
          <p:nvPr/>
        </p:nvSpPr>
        <p:spPr>
          <a:xfrm>
            <a:off x="5074919" y="4041648"/>
            <a:ext cx="370331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kg/ha test MAE, 532 for the 3-season average</a:t>
            </a:r>
          </a:p>
        </p:txBody>
      </p:sp>
      <p:sp>
        <p:nvSpPr>
          <p:cNvPr id="14" name="TextBox 13"/>
          <p:cNvSpPr txBox="1"/>
          <p:nvPr/>
        </p:nvSpPr>
        <p:spPr>
          <a:xfrm>
            <a:off x="9143999" y="3200400"/>
            <a:ext cx="3703319" cy="777240"/>
          </a:xfrm>
          <a:prstGeom prst="rect">
            <a:avLst/>
          </a:prstGeom>
          <a:noFill/>
        </p:spPr>
        <p:txBody>
          <a:bodyPr wrap="square" lIns="0" rIns="0" tIns="0" bIns="0" anchor="t">
            <a:spAutoFit/>
          </a:bodyPr>
          <a:lstStyle/>
          <a:p>
            <a:pPr algn="l">
              <a:lnSpc>
                <a:spcPct val="115000"/>
              </a:lnSpc>
              <a:spcAft>
                <a:spcPts val="0"/>
              </a:spcAft>
            </a:pPr>
            <a:r>
              <a:rPr sz="4400" b="0">
                <a:solidFill>
                  <a:srgbClr val="596548"/>
                </a:solidFill>
                <a:latin typeface="Georgia"/>
              </a:rPr>
              <a:t>0.58</a:t>
            </a:r>
          </a:p>
        </p:txBody>
      </p:sp>
      <p:sp>
        <p:nvSpPr>
          <p:cNvPr id="15" name="TextBox 14"/>
          <p:cNvSpPr txBox="1"/>
          <p:nvPr/>
        </p:nvSpPr>
        <p:spPr>
          <a:xfrm>
            <a:off x="9143999" y="4041648"/>
            <a:ext cx="370331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R², 0.72 outside the two ban seasons</a:t>
            </a:r>
          </a:p>
        </p:txBody>
      </p:sp>
      <p:sp>
        <p:nvSpPr>
          <p:cNvPr id="16" name="TextBox 15"/>
          <p:cNvSpPr txBox="1"/>
          <p:nvPr/>
        </p:nvSpPr>
        <p:spPr>
          <a:xfrm>
            <a:off x="13213079" y="3200400"/>
            <a:ext cx="3703319" cy="777240"/>
          </a:xfrm>
          <a:prstGeom prst="rect">
            <a:avLst/>
          </a:prstGeom>
          <a:noFill/>
        </p:spPr>
        <p:txBody>
          <a:bodyPr wrap="square" lIns="0" rIns="0" tIns="0" bIns="0" anchor="t">
            <a:spAutoFit/>
          </a:bodyPr>
          <a:lstStyle/>
          <a:p>
            <a:pPr algn="l">
              <a:lnSpc>
                <a:spcPct val="115000"/>
              </a:lnSpc>
              <a:spcAft>
                <a:spcPts val="0"/>
              </a:spcAft>
            </a:pPr>
            <a:r>
              <a:rPr sz="4400" b="0">
                <a:solidFill>
                  <a:srgbClr val="596548"/>
                </a:solidFill>
                <a:latin typeface="Georgia"/>
              </a:rPr>
              <a:t>86%</a:t>
            </a:r>
          </a:p>
        </p:txBody>
      </p:sp>
      <p:sp>
        <p:nvSpPr>
          <p:cNvPr id="17" name="TextBox 16"/>
          <p:cNvSpPr txBox="1"/>
          <p:nvPr/>
        </p:nvSpPr>
        <p:spPr>
          <a:xfrm>
            <a:off x="13213079" y="4041648"/>
            <a:ext cx="3703319" cy="822960"/>
          </a:xfrm>
          <a:prstGeom prst="rect">
            <a:avLst/>
          </a:prstGeom>
          <a:noFill/>
        </p:spPr>
        <p:txBody>
          <a:bodyPr wrap="square" lIns="0" rIns="0" tIns="0" bIns="0" anchor="t">
            <a:spAutoFit/>
          </a:bodyPr>
          <a:lstStyle/>
          <a:p>
            <a:pPr algn="l">
              <a:lnSpc>
                <a:spcPct val="110000"/>
              </a:lnSpc>
              <a:spcAft>
                <a:spcPts val="0"/>
              </a:spcAft>
            </a:pPr>
            <a:r>
              <a:rPr sz="1500" b="0">
                <a:solidFill>
                  <a:srgbClr val="6B675C"/>
                </a:solidFill>
                <a:latin typeface="Arial"/>
              </a:rPr>
              <a:t>of estimates within 20% of the official yield</a:t>
            </a:r>
          </a:p>
        </p:txBody>
      </p:sp>
      <p:cxnSp>
        <p:nvCxnSpPr>
          <p:cNvPr id="18" name="Connector 17"/>
          <p:cNvCxnSpPr/>
          <p:nvPr/>
        </p:nvCxnSpPr>
        <p:spPr>
          <a:xfrm>
            <a:off x="1005840" y="4892040"/>
            <a:ext cx="16276320"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0749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FURTHER ERROR MEASURES, TEST 2017-2026</a:t>
            </a:r>
          </a:p>
        </p:txBody>
      </p:sp>
      <p:cxnSp>
        <p:nvCxnSpPr>
          <p:cNvPr id="20" name="Connector 19"/>
          <p:cNvCxnSpPr/>
          <p:nvPr/>
        </p:nvCxnSpPr>
        <p:spPr>
          <a:xfrm>
            <a:off x="1005840" y="548640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05840" y="5559552"/>
            <a:ext cx="3657600" cy="75666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Training / validation / test MAE</a:t>
            </a:r>
          </a:p>
        </p:txBody>
      </p:sp>
      <p:sp>
        <p:nvSpPr>
          <p:cNvPr id="22" name="TextBox 21"/>
          <p:cNvSpPr txBox="1"/>
          <p:nvPr/>
        </p:nvSpPr>
        <p:spPr>
          <a:xfrm>
            <a:off x="4846320" y="5559552"/>
            <a:ext cx="3977639" cy="75666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235 / 347 / 446 kg/ha</a:t>
            </a:r>
          </a:p>
        </p:txBody>
      </p:sp>
      <p:cxnSp>
        <p:nvCxnSpPr>
          <p:cNvPr id="23" name="Connector 22"/>
          <p:cNvCxnSpPr/>
          <p:nvPr/>
        </p:nvCxnSpPr>
        <p:spPr>
          <a:xfrm>
            <a:off x="1005840" y="638937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05840" y="6462522"/>
            <a:ext cx="3657600" cy="75666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Median absolute error</a:t>
            </a:r>
          </a:p>
        </p:txBody>
      </p:sp>
      <p:sp>
        <p:nvSpPr>
          <p:cNvPr id="25" name="TextBox 24"/>
          <p:cNvSpPr txBox="1"/>
          <p:nvPr/>
        </p:nvSpPr>
        <p:spPr>
          <a:xfrm>
            <a:off x="4846320" y="6462522"/>
            <a:ext cx="3977639" cy="75666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328 kg/ha, naive average 405</a:t>
            </a:r>
          </a:p>
        </p:txBody>
      </p:sp>
      <p:cxnSp>
        <p:nvCxnSpPr>
          <p:cNvPr id="26" name="Connector 25"/>
          <p:cNvCxnSpPr/>
          <p:nvPr/>
        </p:nvCxnSpPr>
        <p:spPr>
          <a:xfrm>
            <a:off x="1005840" y="729234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05840" y="7365492"/>
            <a:ext cx="3657600" cy="75666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Bias (estimate minus actual)</a:t>
            </a:r>
          </a:p>
        </p:txBody>
      </p:sp>
      <p:sp>
        <p:nvSpPr>
          <p:cNvPr id="28" name="TextBox 27"/>
          <p:cNvSpPr txBox="1"/>
          <p:nvPr/>
        </p:nvSpPr>
        <p:spPr>
          <a:xfrm>
            <a:off x="4846320" y="7365492"/>
            <a:ext cx="3977639" cy="75666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-16 kg/ha</a:t>
            </a:r>
          </a:p>
        </p:txBody>
      </p:sp>
      <p:cxnSp>
        <p:nvCxnSpPr>
          <p:cNvPr id="29" name="Connector 28"/>
          <p:cNvCxnSpPr/>
          <p:nvPr/>
        </p:nvCxnSpPr>
        <p:spPr>
          <a:xfrm>
            <a:off x="1005840" y="8195309"/>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5840" y="8268461"/>
            <a:ext cx="3657600" cy="756665"/>
          </a:xfrm>
          <a:prstGeom prst="rect">
            <a:avLst/>
          </a:prstGeom>
          <a:noFill/>
        </p:spPr>
        <p:txBody>
          <a:bodyPr wrap="square" lIns="0" rIns="0" tIns="0" bIns="0" anchor="ctr">
            <a:spAutoFit/>
          </a:bodyPr>
          <a:lstStyle/>
          <a:p>
            <a:pPr algn="l">
              <a:lnSpc>
                <a:spcPct val="115000"/>
              </a:lnSpc>
              <a:spcAft>
                <a:spcPts val="0"/>
              </a:spcAft>
            </a:pPr>
            <a:r>
              <a:rPr sz="1500" b="1">
                <a:solidFill>
                  <a:srgbClr val="2F2F2B"/>
                </a:solidFill>
                <a:latin typeface="Arial"/>
              </a:rPr>
              <a:t>Skill vs 3-season average</a:t>
            </a:r>
          </a:p>
        </p:txBody>
      </p:sp>
      <p:sp>
        <p:nvSpPr>
          <p:cNvPr id="31" name="TextBox 30"/>
          <p:cNvSpPr txBox="1"/>
          <p:nvPr/>
        </p:nvSpPr>
        <p:spPr>
          <a:xfrm>
            <a:off x="4846320" y="8268461"/>
            <a:ext cx="3977639" cy="756665"/>
          </a:xfrm>
          <a:prstGeom prst="rect">
            <a:avLst/>
          </a:prstGeom>
          <a:noFill/>
        </p:spPr>
        <p:txBody>
          <a:bodyPr wrap="square" lIns="0" rIns="0" tIns="0" bIns="0" anchor="ctr">
            <a:spAutoFit/>
          </a:bodyPr>
          <a:lstStyle/>
          <a:p>
            <a:pPr algn="l">
              <a:lnSpc>
                <a:spcPct val="115000"/>
              </a:lnSpc>
              <a:spcAft>
                <a:spcPts val="0"/>
              </a:spcAft>
            </a:pPr>
            <a:r>
              <a:rPr sz="1400" b="0">
                <a:solidFill>
                  <a:srgbClr val="2F2F2B"/>
                </a:solidFill>
                <a:latin typeface="Arial"/>
              </a:rPr>
              <a:t>16% less error</a:t>
            </a:r>
          </a:p>
        </p:txBody>
      </p:sp>
      <p:cxnSp>
        <p:nvCxnSpPr>
          <p:cNvPr id="32" name="Connector 31"/>
          <p:cNvCxnSpPr/>
          <p:nvPr/>
        </p:nvCxnSpPr>
        <p:spPr>
          <a:xfrm>
            <a:off x="1005840" y="9098280"/>
            <a:ext cx="7818119" cy="0"/>
          </a:xfrm>
          <a:prstGeom prst="line">
            <a:avLst/>
          </a:prstGeom>
          <a:ln w="12700">
            <a:solidFill>
              <a:srgbClr val="C9D3B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464039" y="50749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BENCHMARK, PUBLISHED METHODS REBUILT ON THE SAME DATA</a:t>
            </a:r>
          </a:p>
        </p:txBody>
      </p:sp>
      <p:pic>
        <p:nvPicPr>
          <p:cNvPr id="34" name="Picture 33" descr="bench.png"/>
          <p:cNvPicPr>
            <a:picLocks noChangeAspect="1"/>
          </p:cNvPicPr>
          <p:nvPr/>
        </p:nvPicPr>
        <p:blipFill>
          <a:blip r:embed="rId2"/>
          <a:stretch>
            <a:fillRect/>
          </a:stretch>
        </p:blipFill>
        <p:spPr>
          <a:xfrm>
            <a:off x="10477726" y="5486400"/>
            <a:ext cx="5790747" cy="2514600"/>
          </a:xfrm>
          <a:prstGeom prst="rect">
            <a:avLst/>
          </a:prstGeom>
        </p:spPr>
      </p:pic>
      <p:sp>
        <p:nvSpPr>
          <p:cNvPr id="35" name="TextBox 34"/>
          <p:cNvSpPr txBox="1"/>
          <p:nvPr/>
        </p:nvSpPr>
        <p:spPr>
          <a:xfrm>
            <a:off x="9464039" y="8138160"/>
            <a:ext cx="7818119" cy="960120"/>
          </a:xfrm>
          <a:prstGeom prst="rect">
            <a:avLst/>
          </a:prstGeom>
          <a:noFill/>
        </p:spPr>
        <p:txBody>
          <a:bodyPr wrap="square" lIns="0" rIns="0" tIns="0" bIns="0" anchor="ctr">
            <a:spAutoFit/>
          </a:bodyPr>
          <a:lstStyle/>
          <a:p>
            <a:pPr algn="l">
              <a:lnSpc>
                <a:spcPct val="112000"/>
              </a:lnSpc>
              <a:spcAft>
                <a:spcPts val="0"/>
              </a:spcAft>
            </a:pPr>
            <a:r>
              <a:rPr sz="1400" b="0">
                <a:solidFill>
                  <a:srgbClr val="6B675C"/>
                </a:solidFill>
                <a:latin typeface="Arial"/>
              </a:rPr>
              <a:t>The EBM (446) matches the published support vector regression (SVR, 443) and stacked XGBoost (451). Among the 20 candidates the Gaussian Process (426), Ridge and Huber (both 438) were best on test but not chosen, as choosing on test would bias the score. EBM vs Ridge p = 0.61, vs naive p = 0.025 (Diebold-Mariano).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09</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INTERPRETATION</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Recent yields and irrigation drive the estimates, in line with paddy agronomy</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SHAP, MEAN ABSOLUTE CONTRIBUTION ON THE TEST SEASONS (KG/HA)</a:t>
            </a:r>
          </a:p>
        </p:txBody>
      </p:sp>
      <p:pic>
        <p:nvPicPr>
          <p:cNvPr id="11" name="Picture 10" descr="shap_drivers.png"/>
          <p:cNvPicPr>
            <a:picLocks noChangeAspect="1"/>
          </p:cNvPicPr>
          <p:nvPr/>
        </p:nvPicPr>
        <p:blipFill>
          <a:blip r:embed="rId2"/>
          <a:stretch>
            <a:fillRect/>
          </a:stretch>
        </p:blipFill>
        <p:spPr>
          <a:xfrm>
            <a:off x="1451346" y="3657600"/>
            <a:ext cx="6927106" cy="3566160"/>
          </a:xfrm>
          <a:prstGeom prst="rect">
            <a:avLst/>
          </a:prstGeom>
        </p:spPr>
      </p:pic>
      <p:sp>
        <p:nvSpPr>
          <p:cNvPr id="12" name="TextBox 11"/>
          <p:cNvSpPr txBox="1"/>
          <p:nvPr/>
        </p:nvSpPr>
        <p:spPr>
          <a:xfrm>
            <a:off x="1005840" y="7360920"/>
            <a:ext cx="7818119" cy="173736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The 3-season average contributes 248 kg/ha, twice the next feature. Irrigation raises yield, while heavy rain near harvest and strong wind lower it, as farmers would expect. These are attributions of the model, not causal effects.</a:t>
            </a:r>
          </a:p>
        </p:txBody>
      </p:sp>
      <p:sp>
        <p:nvSpPr>
          <p:cNvPr id="13" name="TextBox 12"/>
          <p:cNvSpPr txBox="1"/>
          <p:nvPr/>
        </p:nvSpPr>
        <p:spPr>
          <a:xfrm>
            <a:off x="9464039" y="3246120"/>
            <a:ext cx="7818119" cy="320040"/>
          </a:xfrm>
          <a:prstGeom prst="rect">
            <a:avLst/>
          </a:prstGeom>
          <a:noFill/>
        </p:spPr>
        <p:txBody>
          <a:bodyPr wrap="square" lIns="0" rIns="0" tIns="0" bIns="0" anchor="t">
            <a:spAutoFit/>
          </a:bodyPr>
          <a:lstStyle/>
          <a:p>
            <a:pPr algn="l">
              <a:lnSpc>
                <a:spcPct val="115000"/>
              </a:lnSpc>
              <a:spcAft>
                <a:spcPts val="0"/>
              </a:spcAft>
            </a:pPr>
            <a:r>
              <a:rPr sz="1400" b="1">
                <a:solidFill>
                  <a:srgbClr val="596548"/>
                </a:solidFill>
                <a:latin typeface="Arial"/>
              </a:rPr>
              <a:t>ONE SEASON EXPLAINED, POLONNARUWA MAHA 2021/22</a:t>
            </a:r>
          </a:p>
        </p:txBody>
      </p:sp>
      <p:sp>
        <p:nvSpPr>
          <p:cNvPr id="14" name="Rectangle 13"/>
          <p:cNvSpPr/>
          <p:nvPr/>
        </p:nvSpPr>
        <p:spPr>
          <a:xfrm>
            <a:off x="9464039" y="3657600"/>
            <a:ext cx="4206240" cy="3749039"/>
          </a:xfrm>
          <a:prstGeom prst="rect">
            <a:avLst/>
          </a:prstGeom>
          <a:solidFill>
            <a:srgbClr val="F8F3E2"/>
          </a:solidFill>
          <a:ln w="9525">
            <a:solidFill>
              <a:srgbClr val="C9D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nbs_waterfall.png"/>
          <p:cNvPicPr>
            <a:picLocks noChangeAspect="1"/>
          </p:cNvPicPr>
          <p:nvPr/>
        </p:nvPicPr>
        <p:blipFill>
          <a:blip r:embed="rId3"/>
          <a:stretch>
            <a:fillRect/>
          </a:stretch>
        </p:blipFill>
        <p:spPr>
          <a:xfrm>
            <a:off x="9580576" y="3767328"/>
            <a:ext cx="3973166" cy="3529583"/>
          </a:xfrm>
          <a:prstGeom prst="rect">
            <a:avLst/>
          </a:prstGeom>
        </p:spPr>
      </p:pic>
      <p:sp>
        <p:nvSpPr>
          <p:cNvPr id="16" name="Rectangle 15"/>
          <p:cNvSpPr/>
          <p:nvPr/>
        </p:nvSpPr>
        <p:spPr>
          <a:xfrm>
            <a:off x="13853159" y="3657600"/>
            <a:ext cx="3428999" cy="2240280"/>
          </a:xfrm>
          <a:prstGeom prst="rect">
            <a:avLst/>
          </a:prstGeom>
          <a:solidFill>
            <a:srgbClr val="F8F3E2"/>
          </a:solidFill>
          <a:ln w="9525">
            <a:solidFill>
              <a:srgbClr val="C9D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nbs_lime.png"/>
          <p:cNvPicPr>
            <a:picLocks noChangeAspect="1"/>
          </p:cNvPicPr>
          <p:nvPr/>
        </p:nvPicPr>
        <p:blipFill>
          <a:blip r:embed="rId4"/>
          <a:stretch>
            <a:fillRect/>
          </a:stretch>
        </p:blipFill>
        <p:spPr>
          <a:xfrm>
            <a:off x="13962887" y="3893220"/>
            <a:ext cx="3209543" cy="1769039"/>
          </a:xfrm>
          <a:prstGeom prst="rect">
            <a:avLst/>
          </a:prstGeom>
        </p:spPr>
      </p:pic>
      <p:sp>
        <p:nvSpPr>
          <p:cNvPr id="18" name="TextBox 17"/>
          <p:cNvSpPr txBox="1"/>
          <p:nvPr/>
        </p:nvSpPr>
        <p:spPr>
          <a:xfrm>
            <a:off x="13853159" y="6080760"/>
            <a:ext cx="3428999" cy="1325880"/>
          </a:xfrm>
          <a:prstGeom prst="rect">
            <a:avLst/>
          </a:prstGeom>
          <a:noFill/>
        </p:spPr>
        <p:txBody>
          <a:bodyPr wrap="square" lIns="0" rIns="0" tIns="0" bIns="0" anchor="b">
            <a:spAutoFit/>
          </a:bodyPr>
          <a:lstStyle/>
          <a:p>
            <a:pPr algn="l">
              <a:lnSpc>
                <a:spcPct val="112000"/>
              </a:lnSpc>
              <a:spcAft>
                <a:spcPts val="0"/>
              </a:spcAft>
            </a:pPr>
            <a:r>
              <a:rPr sz="1400" b="0">
                <a:solidFill>
                  <a:srgbClr val="6B675C"/>
                </a:solidFill>
                <a:latin typeface="Arial"/>
              </a:rPr>
              <a:t>Notebook 17.2 (SHAP waterfall) and 17.3 (LIME). Both rank the same features first.</a:t>
            </a:r>
          </a:p>
        </p:txBody>
      </p:sp>
      <p:sp>
        <p:nvSpPr>
          <p:cNvPr id="19" name="TextBox 18"/>
          <p:cNvSpPr txBox="1"/>
          <p:nvPr/>
        </p:nvSpPr>
        <p:spPr>
          <a:xfrm>
            <a:off x="9464039" y="7360920"/>
            <a:ext cx="7818119" cy="173736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Every contribution was positive, so the model expected a normal season, 5,505 kg/ha against an actual 3,103. The explanation shows the estimate rested on conditions that ended with the fertilizer ban.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269219J  |  OCTOBER 2026</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10</a:t>
            </a:r>
          </a:p>
        </p:txBody>
      </p:sp>
      <p:sp>
        <p:nvSpPr>
          <p:cNvPr id="7" name="TextBox 6"/>
          <p:cNvSpPr txBox="1"/>
          <p:nvPr/>
        </p:nvSpPr>
        <p:spPr>
          <a:xfrm>
            <a:off x="1005840" y="1417320"/>
            <a:ext cx="16276319" cy="868680"/>
          </a:xfrm>
          <a:prstGeom prst="rect">
            <a:avLst/>
          </a:prstGeom>
          <a:noFill/>
        </p:spPr>
        <p:txBody>
          <a:bodyPr wrap="square" lIns="0" rIns="0" tIns="0" bIns="0" anchor="ctr">
            <a:spAutoFit/>
          </a:bodyPr>
          <a:lstStyle/>
          <a:p>
            <a:pPr algn="l">
              <a:lnSpc>
                <a:spcPct val="115000"/>
              </a:lnSpc>
              <a:spcAft>
                <a:spcPts val="0"/>
              </a:spcAft>
            </a:pPr>
            <a:r>
              <a:rPr sz="5000" b="0">
                <a:solidFill>
                  <a:srgbClr val="596548"/>
                </a:solidFill>
                <a:latin typeface="Georgia"/>
              </a:rPr>
              <a:t>CRITICAL DISCUSSION</a:t>
            </a:r>
          </a:p>
        </p:txBody>
      </p:sp>
      <p:sp>
        <p:nvSpPr>
          <p:cNvPr id="8" name="TextBox 7"/>
          <p:cNvSpPr txBox="1"/>
          <p:nvPr/>
        </p:nvSpPr>
        <p:spPr>
          <a:xfrm>
            <a:off x="1005840" y="2286000"/>
            <a:ext cx="16276319" cy="548640"/>
          </a:xfrm>
          <a:prstGeom prst="rect">
            <a:avLst/>
          </a:prstGeom>
          <a:noFill/>
        </p:spPr>
        <p:txBody>
          <a:bodyPr wrap="square" lIns="0" rIns="0" tIns="0" bIns="0" anchor="ctr">
            <a:spAutoFit/>
          </a:bodyPr>
          <a:lstStyle/>
          <a:p>
            <a:pPr algn="l">
              <a:lnSpc>
                <a:spcPct val="115000"/>
              </a:lnSpc>
              <a:spcAft>
                <a:spcPts val="0"/>
              </a:spcAft>
            </a:pPr>
            <a:r>
              <a:rPr sz="2100" b="0">
                <a:solidFill>
                  <a:srgbClr val="2F2F2B"/>
                </a:solidFill>
                <a:latin typeface="Arial"/>
              </a:rPr>
              <a:t>Accurate in normal seasons, but limited by past data, data gaps and unequal accuracy across districts</a:t>
            </a:r>
          </a:p>
        </p:txBody>
      </p:sp>
      <p:cxnSp>
        <p:nvCxnSpPr>
          <p:cNvPr id="9" name="Connector 8"/>
          <p:cNvCxnSpPr/>
          <p:nvPr/>
        </p:nvCxnSpPr>
        <p:spPr>
          <a:xfrm>
            <a:off x="1005840" y="297180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05840" y="3337560"/>
            <a:ext cx="7818119" cy="502920"/>
          </a:xfrm>
          <a:prstGeom prst="rect">
            <a:avLst/>
          </a:prstGeom>
          <a:noFill/>
        </p:spPr>
        <p:txBody>
          <a:bodyPr wrap="square" lIns="0" rIns="0" tIns="0" bIns="0" anchor="ctr">
            <a:spAutoFit/>
          </a:bodyPr>
          <a:lstStyle/>
          <a:p>
            <a:pPr algn="l">
              <a:lnSpc>
                <a:spcPct val="115000"/>
              </a:lnSpc>
              <a:spcAft>
                <a:spcPts val="0"/>
              </a:spcAft>
            </a:pPr>
            <a:r>
              <a:rPr sz="2200" b="0">
                <a:solidFill>
                  <a:srgbClr val="A4532F"/>
                </a:solidFill>
                <a:latin typeface="Georgia"/>
              </a:rPr>
              <a:t>LIMITATIONS</a:t>
            </a:r>
          </a:p>
        </p:txBody>
      </p:sp>
      <p:cxnSp>
        <p:nvCxnSpPr>
          <p:cNvPr id="11" name="Connector 10"/>
          <p:cNvCxnSpPr/>
          <p:nvPr/>
        </p:nvCxnSpPr>
        <p:spPr>
          <a:xfrm>
            <a:off x="1005840" y="3904487"/>
            <a:ext cx="7818119" cy="0"/>
          </a:xfrm>
          <a:prstGeom prst="line">
            <a:avLst/>
          </a:prstGeom>
          <a:ln w="12700">
            <a:solidFill>
              <a:srgbClr val="A4532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4114800"/>
            <a:ext cx="7818119" cy="2194560"/>
          </a:xfrm>
          <a:prstGeom prst="rect">
            <a:avLst/>
          </a:prstGeom>
          <a:noFill/>
        </p:spPr>
        <p:txBody>
          <a:bodyPr wrap="square" lIns="0" rIns="0" tIns="0" bIns="0" anchor="t">
            <a:spAutoFit/>
          </a:bodyPr>
          <a:lstStyle/>
          <a:p>
            <a:pPr algn="l">
              <a:lnSpc>
                <a:spcPct val="115000"/>
              </a:lnSpc>
              <a:spcAft>
                <a:spcPts val="1400"/>
              </a:spcAft>
            </a:pPr>
            <a:r>
              <a:rPr sz="1800" b="1">
                <a:solidFill>
                  <a:srgbClr val="A4532F"/>
                </a:solidFill>
                <a:latin typeface="Arial"/>
              </a:rPr>
              <a:t>—  </a:t>
            </a:r>
            <a:r>
              <a:rPr sz="1800" b="0">
                <a:solidFill>
                  <a:srgbClr val="2F2F2B"/>
                </a:solidFill>
                <a:latin typeface="Arial"/>
              </a:rPr>
              <a:t>Missed the 2021/22 crash by about 1,500 kg/ha</a:t>
            </a:r>
          </a:p>
          <a:p>
            <a:pPr algn="l">
              <a:lnSpc>
                <a:spcPct val="115000"/>
              </a:lnSpc>
              <a:spcAft>
                <a:spcPts val="1400"/>
              </a:spcAft>
            </a:pPr>
            <a:r>
              <a:rPr sz="1800" b="1">
                <a:solidFill>
                  <a:srgbClr val="A4532F"/>
                </a:solidFill>
                <a:latin typeface="Arial"/>
              </a:rPr>
              <a:t>—  </a:t>
            </a:r>
            <a:r>
              <a:rPr sz="1800" b="0">
                <a:solidFill>
                  <a:srgbClr val="2F2F2B"/>
                </a:solidFill>
                <a:latin typeface="Arial"/>
              </a:rPr>
              <a:t>Cannot predict above past record yields</a:t>
            </a:r>
          </a:p>
          <a:p>
            <a:pPr algn="l">
              <a:lnSpc>
                <a:spcPct val="115000"/>
              </a:lnSpc>
              <a:spcAft>
                <a:spcPts val="1400"/>
              </a:spcAft>
            </a:pPr>
            <a:r>
              <a:rPr sz="1800" b="1">
                <a:solidFill>
                  <a:srgbClr val="A4532F"/>
                </a:solidFill>
                <a:latin typeface="Arial"/>
              </a:rPr>
              <a:t>—  </a:t>
            </a:r>
            <a:r>
              <a:rPr sz="1800" b="0">
                <a:solidFill>
                  <a:srgbClr val="2F2F2B"/>
                </a:solidFill>
                <a:latin typeface="Arial"/>
              </a:rPr>
              <a:t>Range of ± 545 kg/ha covered 72% of test seasons, not 80%</a:t>
            </a:r>
          </a:p>
        </p:txBody>
      </p:sp>
      <p:sp>
        <p:nvSpPr>
          <p:cNvPr id="13" name="TextBox 12"/>
          <p:cNvSpPr txBox="1"/>
          <p:nvPr/>
        </p:nvSpPr>
        <p:spPr>
          <a:xfrm>
            <a:off x="9464039" y="3337560"/>
            <a:ext cx="7818119" cy="502920"/>
          </a:xfrm>
          <a:prstGeom prst="rect">
            <a:avLst/>
          </a:prstGeom>
          <a:noFill/>
        </p:spPr>
        <p:txBody>
          <a:bodyPr wrap="square" lIns="0" rIns="0" tIns="0" bIns="0" anchor="ctr">
            <a:spAutoFit/>
          </a:bodyPr>
          <a:lstStyle/>
          <a:p>
            <a:pPr algn="l">
              <a:lnSpc>
                <a:spcPct val="115000"/>
              </a:lnSpc>
              <a:spcAft>
                <a:spcPts val="0"/>
              </a:spcAft>
            </a:pPr>
            <a:r>
              <a:rPr sz="2200" b="0">
                <a:solidFill>
                  <a:srgbClr val="596548"/>
                </a:solidFill>
                <a:latin typeface="Georgia"/>
              </a:rPr>
              <a:t>DATA QUALITY</a:t>
            </a:r>
          </a:p>
        </p:txBody>
      </p:sp>
      <p:cxnSp>
        <p:nvCxnSpPr>
          <p:cNvPr id="14" name="Connector 13"/>
          <p:cNvCxnSpPr/>
          <p:nvPr/>
        </p:nvCxnSpPr>
        <p:spPr>
          <a:xfrm>
            <a:off x="9464039" y="3904487"/>
            <a:ext cx="7818121" cy="0"/>
          </a:xfrm>
          <a:prstGeom prst="line">
            <a:avLst/>
          </a:prstGeom>
          <a:ln w="12700">
            <a:solidFill>
              <a:srgbClr val="59654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464039" y="4114800"/>
            <a:ext cx="7818119" cy="2194560"/>
          </a:xfrm>
          <a:prstGeom prst="rect">
            <a:avLst/>
          </a:prstGeom>
          <a:noFill/>
        </p:spPr>
        <p:txBody>
          <a:bodyPr wrap="square" lIns="0" rIns="0" tIns="0" bIns="0" anchor="t">
            <a:spAutoFit/>
          </a:bodyPr>
          <a:lstStyle/>
          <a:p>
            <a:pPr algn="l">
              <a:lnSpc>
                <a:spcPct val="115000"/>
              </a:lnSpc>
              <a:spcAft>
                <a:spcPts val="1400"/>
              </a:spcAft>
            </a:pPr>
            <a:r>
              <a:rPr sz="1800" b="1">
                <a:solidFill>
                  <a:srgbClr val="596548"/>
                </a:solidFill>
                <a:latin typeface="Arial"/>
              </a:rPr>
              <a:t>—  </a:t>
            </a:r>
            <a:r>
              <a:rPr sz="1800" b="0">
                <a:solidFill>
                  <a:srgbClr val="2F2F2B"/>
                </a:solidFill>
                <a:latin typeface="Arial"/>
              </a:rPr>
              <a:t>War-year gaps in the northern records</a:t>
            </a:r>
          </a:p>
          <a:p>
            <a:pPr algn="l">
              <a:lnSpc>
                <a:spcPct val="115000"/>
              </a:lnSpc>
              <a:spcAft>
                <a:spcPts val="1400"/>
              </a:spcAft>
            </a:pPr>
            <a:r>
              <a:rPr sz="1800" b="1">
                <a:solidFill>
                  <a:srgbClr val="596548"/>
                </a:solidFill>
                <a:latin typeface="Arial"/>
              </a:rPr>
              <a:t>—  </a:t>
            </a:r>
            <a:r>
              <a:rPr sz="1800" b="0">
                <a:solidFill>
                  <a:srgbClr val="2F2F2B"/>
                </a:solidFill>
                <a:latin typeface="Arial"/>
              </a:rPr>
              <a:t>Two irrigation areas end in 2018</a:t>
            </a:r>
          </a:p>
          <a:p>
            <a:pPr algn="l">
              <a:lnSpc>
                <a:spcPct val="115000"/>
              </a:lnSpc>
              <a:spcAft>
                <a:spcPts val="1400"/>
              </a:spcAft>
            </a:pPr>
            <a:r>
              <a:rPr sz="1800" b="1">
                <a:solidFill>
                  <a:srgbClr val="596548"/>
                </a:solidFill>
                <a:latin typeface="Arial"/>
              </a:rPr>
              <a:t>—  </a:t>
            </a:r>
            <a:r>
              <a:rPr sz="1800" b="0">
                <a:solidFill>
                  <a:srgbClr val="2F2F2B"/>
                </a:solidFill>
                <a:latin typeface="Arial"/>
              </a:rPr>
              <a:t>Coarse weather grid and no district fertilizer data</a:t>
            </a:r>
          </a:p>
        </p:txBody>
      </p:sp>
      <p:sp>
        <p:nvSpPr>
          <p:cNvPr id="16" name="TextBox 15"/>
          <p:cNvSpPr txBox="1"/>
          <p:nvPr/>
        </p:nvSpPr>
        <p:spPr>
          <a:xfrm>
            <a:off x="1005840" y="6263640"/>
            <a:ext cx="7818119" cy="502920"/>
          </a:xfrm>
          <a:prstGeom prst="rect">
            <a:avLst/>
          </a:prstGeom>
          <a:noFill/>
        </p:spPr>
        <p:txBody>
          <a:bodyPr wrap="square" lIns="0" rIns="0" tIns="0" bIns="0" anchor="ctr">
            <a:spAutoFit/>
          </a:bodyPr>
          <a:lstStyle/>
          <a:p>
            <a:pPr algn="l">
              <a:lnSpc>
                <a:spcPct val="115000"/>
              </a:lnSpc>
              <a:spcAft>
                <a:spcPts val="0"/>
              </a:spcAft>
            </a:pPr>
            <a:r>
              <a:rPr sz="2200" b="0">
                <a:solidFill>
                  <a:srgbClr val="A4532F"/>
                </a:solidFill>
                <a:latin typeface="Georgia"/>
              </a:rPr>
              <a:t>BIAS AND FAIRNESS</a:t>
            </a:r>
          </a:p>
        </p:txBody>
      </p:sp>
      <p:cxnSp>
        <p:nvCxnSpPr>
          <p:cNvPr id="17" name="Connector 16"/>
          <p:cNvCxnSpPr/>
          <p:nvPr/>
        </p:nvCxnSpPr>
        <p:spPr>
          <a:xfrm>
            <a:off x="1005840" y="6830568"/>
            <a:ext cx="7818119" cy="0"/>
          </a:xfrm>
          <a:prstGeom prst="line">
            <a:avLst/>
          </a:prstGeom>
          <a:ln w="12700">
            <a:solidFill>
              <a:srgbClr val="A4532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5840" y="7040879"/>
            <a:ext cx="7818119" cy="2194560"/>
          </a:xfrm>
          <a:prstGeom prst="rect">
            <a:avLst/>
          </a:prstGeom>
          <a:noFill/>
        </p:spPr>
        <p:txBody>
          <a:bodyPr wrap="square" lIns="0" rIns="0" tIns="0" bIns="0" anchor="t">
            <a:spAutoFit/>
          </a:bodyPr>
          <a:lstStyle/>
          <a:p>
            <a:pPr algn="l">
              <a:lnSpc>
                <a:spcPct val="115000"/>
              </a:lnSpc>
              <a:spcAft>
                <a:spcPts val="1400"/>
              </a:spcAft>
            </a:pPr>
            <a:r>
              <a:rPr sz="1800" b="1">
                <a:solidFill>
                  <a:srgbClr val="A4532F"/>
                </a:solidFill>
                <a:latin typeface="Arial"/>
              </a:rPr>
              <a:t>—  </a:t>
            </a:r>
            <a:r>
              <a:rPr sz="1800" b="0">
                <a:solidFill>
                  <a:srgbClr val="2F2F2B"/>
                </a:solidFill>
                <a:latin typeface="Arial"/>
              </a:rPr>
              <a:t>Northern districts 14 to 24% error, irrigated areas 4 to 8%</a:t>
            </a:r>
          </a:p>
          <a:p>
            <a:pPr algn="l">
              <a:lnSpc>
                <a:spcPct val="115000"/>
              </a:lnSpc>
              <a:spcAft>
                <a:spcPts val="1400"/>
              </a:spcAft>
            </a:pPr>
            <a:r>
              <a:rPr sz="1800" b="1">
                <a:solidFill>
                  <a:srgbClr val="A4532F"/>
                </a:solidFill>
                <a:latin typeface="Arial"/>
              </a:rPr>
              <a:t>—  </a:t>
            </a:r>
            <a:r>
              <a:rPr sz="1800" b="0">
                <a:solidFill>
                  <a:srgbClr val="2F2F2B"/>
                </a:solidFill>
                <a:latin typeface="Arial"/>
              </a:rPr>
              <a:t>Relying on the model alone would under-serve the north</a:t>
            </a:r>
          </a:p>
          <a:p>
            <a:pPr algn="l">
              <a:lnSpc>
                <a:spcPct val="115000"/>
              </a:lnSpc>
              <a:spcAft>
                <a:spcPts val="1400"/>
              </a:spcAft>
            </a:pPr>
            <a:r>
              <a:rPr sz="1800" b="1">
                <a:solidFill>
                  <a:srgbClr val="A4532F"/>
                </a:solidFill>
                <a:latin typeface="Arial"/>
              </a:rPr>
              <a:t>—  </a:t>
            </a:r>
            <a:r>
              <a:rPr sz="1800" b="0">
                <a:solidFill>
                  <a:srgbClr val="2F2F2B"/>
                </a:solidFill>
                <a:latin typeface="Arial"/>
              </a:rPr>
              <a:t>Wider margins and field checks there</a:t>
            </a:r>
          </a:p>
        </p:txBody>
      </p:sp>
      <p:sp>
        <p:nvSpPr>
          <p:cNvPr id="19" name="TextBox 18"/>
          <p:cNvSpPr txBox="1"/>
          <p:nvPr/>
        </p:nvSpPr>
        <p:spPr>
          <a:xfrm>
            <a:off x="9464039" y="6263640"/>
            <a:ext cx="7818119" cy="502920"/>
          </a:xfrm>
          <a:prstGeom prst="rect">
            <a:avLst/>
          </a:prstGeom>
          <a:noFill/>
        </p:spPr>
        <p:txBody>
          <a:bodyPr wrap="square" lIns="0" rIns="0" tIns="0" bIns="0" anchor="ctr">
            <a:spAutoFit/>
          </a:bodyPr>
          <a:lstStyle/>
          <a:p>
            <a:pPr algn="l">
              <a:lnSpc>
                <a:spcPct val="115000"/>
              </a:lnSpc>
              <a:spcAft>
                <a:spcPts val="0"/>
              </a:spcAft>
            </a:pPr>
            <a:r>
              <a:rPr sz="2200" b="0">
                <a:solidFill>
                  <a:srgbClr val="596548"/>
                </a:solidFill>
                <a:latin typeface="Georgia"/>
              </a:rPr>
              <a:t>IMPACT AND ETHICS</a:t>
            </a:r>
          </a:p>
        </p:txBody>
      </p:sp>
      <p:cxnSp>
        <p:nvCxnSpPr>
          <p:cNvPr id="20" name="Connector 19"/>
          <p:cNvCxnSpPr/>
          <p:nvPr/>
        </p:nvCxnSpPr>
        <p:spPr>
          <a:xfrm>
            <a:off x="9464039" y="6830568"/>
            <a:ext cx="7818121" cy="0"/>
          </a:xfrm>
          <a:prstGeom prst="line">
            <a:avLst/>
          </a:prstGeom>
          <a:ln w="12700">
            <a:solidFill>
              <a:srgbClr val="59654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464039" y="7040879"/>
            <a:ext cx="7818119" cy="2194560"/>
          </a:xfrm>
          <a:prstGeom prst="rect">
            <a:avLst/>
          </a:prstGeom>
          <a:noFill/>
        </p:spPr>
        <p:txBody>
          <a:bodyPr wrap="square" lIns="0" rIns="0" tIns="0" bIns="0" anchor="t">
            <a:spAutoFit/>
          </a:bodyPr>
          <a:lstStyle/>
          <a:p>
            <a:pPr algn="l">
              <a:lnSpc>
                <a:spcPct val="115000"/>
              </a:lnSpc>
              <a:spcAft>
                <a:spcPts val="1400"/>
              </a:spcAft>
            </a:pPr>
            <a:r>
              <a:rPr sz="1800" b="1">
                <a:solidFill>
                  <a:srgbClr val="596548"/>
                </a:solidFill>
                <a:latin typeface="Arial"/>
              </a:rPr>
              <a:t>—  </a:t>
            </a:r>
            <a:r>
              <a:rPr sz="1800" b="0">
                <a:solidFill>
                  <a:srgbClr val="2F2F2B"/>
                </a:solidFill>
                <a:latin typeface="Arial"/>
              </a:rPr>
              <a:t>Earlier planning, alongside the official survey, not instead of it</a:t>
            </a:r>
          </a:p>
          <a:p>
            <a:pPr algn="l">
              <a:lnSpc>
                <a:spcPct val="115000"/>
              </a:lnSpc>
              <a:spcAft>
                <a:spcPts val="1400"/>
              </a:spcAft>
            </a:pPr>
            <a:r>
              <a:rPr sz="1800" b="1">
                <a:solidFill>
                  <a:srgbClr val="596548"/>
                </a:solidFill>
                <a:latin typeface="Arial"/>
              </a:rPr>
              <a:t>—  </a:t>
            </a:r>
            <a:r>
              <a:rPr sz="1800" b="0">
                <a:solidFill>
                  <a:srgbClr val="2F2F2B"/>
                </a:solidFill>
                <a:latin typeface="Arial"/>
              </a:rPr>
              <a:t>Wrong estimates could cause needless imports or late support</a:t>
            </a:r>
          </a:p>
          <a:p>
            <a:pPr algn="l">
              <a:lnSpc>
                <a:spcPct val="115000"/>
              </a:lnSpc>
              <a:spcAft>
                <a:spcPts val="1400"/>
              </a:spcAft>
            </a:pPr>
            <a:r>
              <a:rPr sz="1800" b="1">
                <a:solidFill>
                  <a:srgbClr val="596548"/>
                </a:solidFill>
                <a:latin typeface="Arial"/>
              </a:rPr>
              <a:t>—  </a:t>
            </a:r>
            <a:r>
              <a:rPr sz="1800" b="0">
                <a:solidFill>
                  <a:srgbClr val="2F2F2B"/>
                </a:solidFill>
                <a:latin typeface="Arial"/>
              </a:rPr>
              <a:t>Public district-level data only, no personal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3E2"/>
        </a:solidFill>
        <a:effectLst/>
      </p:bgPr>
    </p:bg>
    <p:spTree>
      <p:nvGrpSpPr>
        <p:cNvPr id="1" name=""/>
        <p:cNvGrpSpPr/>
        <p:nvPr/>
      </p:nvGrpSpPr>
      <p:grpSpPr/>
      <p:sp>
        <p:nvSpPr>
          <p:cNvPr id="2" name="Rectangle 1"/>
          <p:cNvSpPr/>
          <p:nvPr/>
        </p:nvSpPr>
        <p:spPr>
          <a:xfrm>
            <a:off x="0" y="0"/>
            <a:ext cx="4818888" cy="182880"/>
          </a:xfrm>
          <a:prstGeom prst="rect">
            <a:avLst/>
          </a:prstGeom>
          <a:solidFill>
            <a:srgbClr val="C9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11480"/>
            <a:ext cx="8229600" cy="548640"/>
          </a:xfrm>
          <a:prstGeom prst="rect">
            <a:avLst/>
          </a:prstGeom>
          <a:noFill/>
        </p:spPr>
        <p:txBody>
          <a:bodyPr wrap="square" lIns="0" rIns="0" tIns="0" bIns="0" anchor="ctr">
            <a:spAutoFit/>
          </a:bodyPr>
          <a:lstStyle/>
          <a:p>
            <a:pPr algn="l">
              <a:lnSpc>
                <a:spcPct val="115000"/>
              </a:lnSpc>
              <a:spcAft>
                <a:spcPts val="0"/>
              </a:spcAft>
            </a:pPr>
            <a:r>
              <a:rPr sz="1400" b="0">
                <a:solidFill>
                  <a:srgbClr val="6B675C"/>
                </a:solidFill>
                <a:latin typeface="Arial"/>
              </a:rPr>
              <a:t>SRI LANKA DISTRICT PADDY YIELD PREDICTION</a:t>
            </a:r>
          </a:p>
        </p:txBody>
      </p:sp>
      <p:sp>
        <p:nvSpPr>
          <p:cNvPr id="4" name="TextBox 3"/>
          <p:cNvSpPr txBox="1"/>
          <p:nvPr/>
        </p:nvSpPr>
        <p:spPr>
          <a:xfrm>
            <a:off x="9144000" y="411480"/>
            <a:ext cx="8138159" cy="548640"/>
          </a:xfrm>
          <a:prstGeom prst="rect">
            <a:avLst/>
          </a:prstGeom>
          <a:noFill/>
        </p:spPr>
        <p:txBody>
          <a:bodyPr wrap="square" lIns="0" rIns="0" tIns="0" bIns="0" anchor="ctr">
            <a:spAutoFit/>
          </a:bodyPr>
          <a:lstStyle/>
          <a:p>
            <a:pPr algn="r">
              <a:lnSpc>
                <a:spcPct val="115000"/>
              </a:lnSpc>
              <a:spcAft>
                <a:spcPts val="0"/>
              </a:spcAft>
            </a:pPr>
            <a:r>
              <a:rPr sz="1400" b="0">
                <a:solidFill>
                  <a:srgbClr val="6B675C"/>
                </a:solidFill>
                <a:latin typeface="Arial"/>
              </a:rPr>
              <a:t>WIJESINGHE W K A D U  |  269219J</a:t>
            </a:r>
          </a:p>
        </p:txBody>
      </p:sp>
      <p:cxnSp>
        <p:nvCxnSpPr>
          <p:cNvPr id="5" name="Connector 4"/>
          <p:cNvCxnSpPr/>
          <p:nvPr/>
        </p:nvCxnSpPr>
        <p:spPr>
          <a:xfrm>
            <a:off x="0" y="1143000"/>
            <a:ext cx="18288000" cy="0"/>
          </a:xfrm>
          <a:prstGeom prst="line">
            <a:avLst/>
          </a:prstGeom>
          <a:ln w="9525">
            <a:solidFill>
              <a:srgbClr val="2F2F2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9464040"/>
            <a:ext cx="16276319" cy="457200"/>
          </a:xfrm>
          <a:prstGeom prst="rect">
            <a:avLst/>
          </a:prstGeom>
          <a:noFill/>
        </p:spPr>
        <p:txBody>
          <a:bodyPr wrap="square" lIns="0" rIns="0" tIns="0" bIns="0" anchor="ctr">
            <a:spAutoFit/>
          </a:bodyPr>
          <a:lstStyle/>
          <a:p>
            <a:pPr algn="ctr">
              <a:lnSpc>
                <a:spcPct val="115000"/>
              </a:lnSpc>
              <a:spcAft>
                <a:spcPts val="0"/>
              </a:spcAft>
            </a:pPr>
            <a:r>
              <a:rPr sz="1600" b="0">
                <a:solidFill>
                  <a:srgbClr val="6B675C"/>
                </a:solidFill>
                <a:latin typeface="Arial"/>
              </a:rPr>
              <a:t>11</a:t>
            </a:r>
          </a:p>
        </p:txBody>
      </p:sp>
      <p:sp>
        <p:nvSpPr>
          <p:cNvPr id="7" name="TextBox 6"/>
          <p:cNvSpPr txBox="1"/>
          <p:nvPr/>
        </p:nvSpPr>
        <p:spPr>
          <a:xfrm>
            <a:off x="1005840" y="1463040"/>
            <a:ext cx="16276319" cy="1371600"/>
          </a:xfrm>
          <a:prstGeom prst="rect">
            <a:avLst/>
          </a:prstGeom>
          <a:noFill/>
        </p:spPr>
        <p:txBody>
          <a:bodyPr wrap="square" lIns="0" rIns="0" tIns="0" bIns="0" anchor="ctr">
            <a:spAutoFit/>
          </a:bodyPr>
          <a:lstStyle/>
          <a:p>
            <a:pPr algn="l">
              <a:lnSpc>
                <a:spcPct val="115000"/>
              </a:lnSpc>
              <a:spcAft>
                <a:spcPts val="0"/>
              </a:spcAft>
            </a:pPr>
            <a:r>
              <a:rPr sz="8800" b="0">
                <a:solidFill>
                  <a:srgbClr val="596548"/>
                </a:solidFill>
                <a:latin typeface="Georgia"/>
              </a:rPr>
              <a:t>THANK YOU</a:t>
            </a:r>
          </a:p>
        </p:txBody>
      </p:sp>
      <p:sp>
        <p:nvSpPr>
          <p:cNvPr id="8" name="TextBox 7"/>
          <p:cNvSpPr txBox="1"/>
          <p:nvPr/>
        </p:nvSpPr>
        <p:spPr>
          <a:xfrm>
            <a:off x="1005840" y="2926080"/>
            <a:ext cx="16276319" cy="548640"/>
          </a:xfrm>
          <a:prstGeom prst="rect">
            <a:avLst/>
          </a:prstGeom>
          <a:noFill/>
        </p:spPr>
        <p:txBody>
          <a:bodyPr wrap="square" lIns="0" rIns="0" tIns="0" bIns="0" anchor="ctr">
            <a:spAutoFit/>
          </a:bodyPr>
          <a:lstStyle/>
          <a:p>
            <a:pPr algn="l">
              <a:lnSpc>
                <a:spcPct val="115000"/>
              </a:lnSpc>
              <a:spcAft>
                <a:spcPts val="0"/>
              </a:spcAft>
            </a:pPr>
            <a:r>
              <a:rPr sz="1900" b="0">
                <a:solidFill>
                  <a:srgbClr val="2F2F2B"/>
                </a:solidFill>
                <a:latin typeface="Arial"/>
              </a:rPr>
              <a:t>Deployed on Azure Container Apps, tested on every push with GitHub Actions and checked for drift every six hours</a:t>
            </a:r>
          </a:p>
        </p:txBody>
      </p:sp>
      <p:cxnSp>
        <p:nvCxnSpPr>
          <p:cNvPr id="9" name="Connector 8"/>
          <p:cNvCxnSpPr/>
          <p:nvPr/>
        </p:nvCxnSpPr>
        <p:spPr>
          <a:xfrm>
            <a:off x="1005840" y="3703320"/>
            <a:ext cx="16276320" cy="0"/>
          </a:xfrm>
          <a:prstGeom prst="line">
            <a:avLst/>
          </a:prstGeom>
          <a:ln w="15875">
            <a:solidFill>
              <a:srgbClr val="596548"/>
            </a:solidFill>
          </a:ln>
        </p:spPr>
        <p:style>
          <a:lnRef idx="2">
            <a:schemeClr val="accent1"/>
          </a:lnRef>
          <a:fillRef idx="0">
            <a:schemeClr val="accent1"/>
          </a:fillRef>
          <a:effectRef idx="1">
            <a:schemeClr val="accent1"/>
          </a:effectRef>
          <a:fontRef idx="minor">
            <a:schemeClr val="tx1"/>
          </a:fontRef>
        </p:style>
      </p:cxnSp>
      <p:pic>
        <p:nvPicPr>
          <p:cNvPr id="10" name="Picture 9" descr="qr6_0.png"/>
          <p:cNvPicPr>
            <a:picLocks noChangeAspect="1"/>
          </p:cNvPicPr>
          <p:nvPr/>
        </p:nvPicPr>
        <p:blipFill>
          <a:blip r:embed="rId2"/>
          <a:stretch>
            <a:fillRect/>
          </a:stretch>
        </p:blipFill>
        <p:spPr>
          <a:xfrm>
            <a:off x="2316480" y="4069080"/>
            <a:ext cx="2377440" cy="2377440"/>
          </a:xfrm>
          <a:prstGeom prst="rect">
            <a:avLst/>
          </a:prstGeom>
        </p:spPr>
      </p:pic>
      <p:sp>
        <p:nvSpPr>
          <p:cNvPr id="11" name="TextBox 10"/>
          <p:cNvSpPr txBox="1"/>
          <p:nvPr/>
        </p:nvSpPr>
        <p:spPr>
          <a:xfrm>
            <a:off x="1005840" y="6629400"/>
            <a:ext cx="4998719" cy="457200"/>
          </a:xfrm>
          <a:prstGeom prst="rect">
            <a:avLst/>
          </a:prstGeom>
          <a:noFill/>
        </p:spPr>
        <p:txBody>
          <a:bodyPr wrap="square" lIns="0" rIns="0" tIns="0" bIns="0" anchor="ctr">
            <a:spAutoFit/>
          </a:bodyPr>
          <a:lstStyle/>
          <a:p>
            <a:pPr algn="ctr">
              <a:lnSpc>
                <a:spcPct val="115000"/>
              </a:lnSpc>
              <a:spcAft>
                <a:spcPts val="0"/>
              </a:spcAft>
            </a:pPr>
            <a:r>
              <a:rPr sz="2100" b="1">
                <a:solidFill>
                  <a:srgbClr val="2F2F2B"/>
                </a:solidFill>
                <a:latin typeface="Georgia"/>
              </a:rPr>
              <a:t>Web application</a:t>
            </a:r>
          </a:p>
        </p:txBody>
      </p:sp>
      <p:sp>
        <p:nvSpPr>
          <p:cNvPr id="12" name="TextBox 11"/>
          <p:cNvSpPr txBox="1"/>
          <p:nvPr/>
        </p:nvSpPr>
        <p:spPr>
          <a:xfrm>
            <a:off x="1005840" y="7132320"/>
            <a:ext cx="4998719" cy="822960"/>
          </a:xfrm>
          <a:prstGeom prst="rect">
            <a:avLst/>
          </a:prstGeom>
          <a:noFill/>
        </p:spPr>
        <p:txBody>
          <a:bodyPr wrap="square" lIns="0" rIns="0" tIns="0" bIns="0" anchor="t">
            <a:spAutoFit/>
          </a:bodyPr>
          <a:lstStyle/>
          <a:p>
            <a:pPr algn="ctr">
              <a:lnSpc>
                <a:spcPct val="110000"/>
              </a:lnSpc>
              <a:spcAft>
                <a:spcPts val="0"/>
              </a:spcAft>
            </a:pPr>
            <a:r>
              <a:rPr sz="1300" b="0">
                <a:solidFill>
                  <a:srgbClr val="596548"/>
                </a:solidFill>
                <a:latin typeface="Arial"/>
                <a:hlinkClick r:id="rId3"/>
              </a:rPr>
              <a:t>paddy-yield-app.grayflower-d27356cf.malaysiawest.azurecontainerapps.io</a:t>
            </a:r>
          </a:p>
        </p:txBody>
      </p:sp>
      <p:pic>
        <p:nvPicPr>
          <p:cNvPr id="13" name="Picture 12" descr="qr6_1.png"/>
          <p:cNvPicPr>
            <a:picLocks noChangeAspect="1"/>
          </p:cNvPicPr>
          <p:nvPr/>
        </p:nvPicPr>
        <p:blipFill>
          <a:blip r:embed="rId4"/>
          <a:stretch>
            <a:fillRect/>
          </a:stretch>
        </p:blipFill>
        <p:spPr>
          <a:xfrm>
            <a:off x="7955279" y="4069080"/>
            <a:ext cx="2377440" cy="2377440"/>
          </a:xfrm>
          <a:prstGeom prst="rect">
            <a:avLst/>
          </a:prstGeom>
        </p:spPr>
      </p:pic>
      <p:sp>
        <p:nvSpPr>
          <p:cNvPr id="14" name="TextBox 13"/>
          <p:cNvSpPr txBox="1"/>
          <p:nvPr/>
        </p:nvSpPr>
        <p:spPr>
          <a:xfrm>
            <a:off x="6644639" y="6629400"/>
            <a:ext cx="4998719" cy="457200"/>
          </a:xfrm>
          <a:prstGeom prst="rect">
            <a:avLst/>
          </a:prstGeom>
          <a:noFill/>
        </p:spPr>
        <p:txBody>
          <a:bodyPr wrap="square" lIns="0" rIns="0" tIns="0" bIns="0" anchor="ctr">
            <a:spAutoFit/>
          </a:bodyPr>
          <a:lstStyle/>
          <a:p>
            <a:pPr algn="ctr">
              <a:lnSpc>
                <a:spcPct val="115000"/>
              </a:lnSpc>
              <a:spcAft>
                <a:spcPts val="0"/>
              </a:spcAft>
            </a:pPr>
            <a:r>
              <a:rPr sz="2100" b="1">
                <a:solidFill>
                  <a:srgbClr val="2F2F2B"/>
                </a:solidFill>
                <a:latin typeface="Georgia"/>
              </a:rPr>
              <a:t>Prediction API</a:t>
            </a:r>
          </a:p>
        </p:txBody>
      </p:sp>
      <p:sp>
        <p:nvSpPr>
          <p:cNvPr id="15" name="TextBox 14"/>
          <p:cNvSpPr txBox="1"/>
          <p:nvPr/>
        </p:nvSpPr>
        <p:spPr>
          <a:xfrm>
            <a:off x="6644639" y="7132320"/>
            <a:ext cx="4998719" cy="822960"/>
          </a:xfrm>
          <a:prstGeom prst="rect">
            <a:avLst/>
          </a:prstGeom>
          <a:noFill/>
        </p:spPr>
        <p:txBody>
          <a:bodyPr wrap="square" lIns="0" rIns="0" tIns="0" bIns="0" anchor="t">
            <a:spAutoFit/>
          </a:bodyPr>
          <a:lstStyle/>
          <a:p>
            <a:pPr algn="ctr">
              <a:lnSpc>
                <a:spcPct val="110000"/>
              </a:lnSpc>
              <a:spcAft>
                <a:spcPts val="0"/>
              </a:spcAft>
            </a:pPr>
            <a:r>
              <a:rPr sz="1300" b="0">
                <a:solidFill>
                  <a:srgbClr val="596548"/>
                </a:solidFill>
                <a:latin typeface="Arial"/>
                <a:hlinkClick r:id="rId5"/>
              </a:rPr>
              <a:t>paddy-yield-api.grayflower-d27356cf.malaysiawest.azurecontainerapps.io/docs</a:t>
            </a:r>
          </a:p>
        </p:txBody>
      </p:sp>
      <p:pic>
        <p:nvPicPr>
          <p:cNvPr id="16" name="Picture 15" descr="qr6_2.png"/>
          <p:cNvPicPr>
            <a:picLocks noChangeAspect="1"/>
          </p:cNvPicPr>
          <p:nvPr/>
        </p:nvPicPr>
        <p:blipFill>
          <a:blip r:embed="rId6"/>
          <a:stretch>
            <a:fillRect/>
          </a:stretch>
        </p:blipFill>
        <p:spPr>
          <a:xfrm>
            <a:off x="13594079" y="4069080"/>
            <a:ext cx="2377440" cy="2377440"/>
          </a:xfrm>
          <a:prstGeom prst="rect">
            <a:avLst/>
          </a:prstGeom>
        </p:spPr>
      </p:pic>
      <p:sp>
        <p:nvSpPr>
          <p:cNvPr id="17" name="TextBox 16"/>
          <p:cNvSpPr txBox="1"/>
          <p:nvPr/>
        </p:nvSpPr>
        <p:spPr>
          <a:xfrm>
            <a:off x="12283439" y="6629400"/>
            <a:ext cx="4998719" cy="457200"/>
          </a:xfrm>
          <a:prstGeom prst="rect">
            <a:avLst/>
          </a:prstGeom>
          <a:noFill/>
        </p:spPr>
        <p:txBody>
          <a:bodyPr wrap="square" lIns="0" rIns="0" tIns="0" bIns="0" anchor="ctr">
            <a:spAutoFit/>
          </a:bodyPr>
          <a:lstStyle/>
          <a:p>
            <a:pPr algn="ctr">
              <a:lnSpc>
                <a:spcPct val="115000"/>
              </a:lnSpc>
              <a:spcAft>
                <a:spcPts val="0"/>
              </a:spcAft>
            </a:pPr>
            <a:r>
              <a:rPr sz="2100" b="1">
                <a:solidFill>
                  <a:srgbClr val="2F2F2B"/>
                </a:solidFill>
                <a:latin typeface="Georgia"/>
              </a:rPr>
              <a:t>Source code</a:t>
            </a:r>
          </a:p>
        </p:txBody>
      </p:sp>
      <p:sp>
        <p:nvSpPr>
          <p:cNvPr id="18" name="TextBox 17"/>
          <p:cNvSpPr txBox="1"/>
          <p:nvPr/>
        </p:nvSpPr>
        <p:spPr>
          <a:xfrm>
            <a:off x="12283439" y="7132320"/>
            <a:ext cx="4998719" cy="822960"/>
          </a:xfrm>
          <a:prstGeom prst="rect">
            <a:avLst/>
          </a:prstGeom>
          <a:noFill/>
        </p:spPr>
        <p:txBody>
          <a:bodyPr wrap="square" lIns="0" rIns="0" tIns="0" bIns="0" anchor="t">
            <a:spAutoFit/>
          </a:bodyPr>
          <a:lstStyle/>
          <a:p>
            <a:pPr algn="ctr">
              <a:lnSpc>
                <a:spcPct val="110000"/>
              </a:lnSpc>
              <a:spcAft>
                <a:spcPts val="0"/>
              </a:spcAft>
            </a:pPr>
            <a:r>
              <a:rPr sz="1300" b="0">
                <a:solidFill>
                  <a:srgbClr val="596548"/>
                </a:solidFill>
                <a:latin typeface="Arial"/>
                <a:hlinkClick r:id="rId7"/>
              </a:rPr>
              <a:t>github.com/Uthpalagit/paddy-yield-prediction-269219J</a:t>
            </a:r>
          </a:p>
        </p:txBody>
      </p:sp>
      <p:sp>
        <p:nvSpPr>
          <p:cNvPr id="19" name="TextBox 18"/>
          <p:cNvSpPr txBox="1"/>
          <p:nvPr/>
        </p:nvSpPr>
        <p:spPr>
          <a:xfrm>
            <a:off x="1005840" y="8092440"/>
            <a:ext cx="16276319" cy="411480"/>
          </a:xfrm>
          <a:prstGeom prst="rect">
            <a:avLst/>
          </a:prstGeom>
          <a:noFill/>
        </p:spPr>
        <p:txBody>
          <a:bodyPr wrap="square" lIns="0" rIns="0" tIns="0" bIns="0" anchor="ctr">
            <a:spAutoFit/>
          </a:bodyPr>
          <a:lstStyle/>
          <a:p>
            <a:pPr algn="ctr">
              <a:lnSpc>
                <a:spcPct val="115000"/>
              </a:lnSpc>
              <a:spcAft>
                <a:spcPts val="0"/>
              </a:spcAft>
            </a:pPr>
            <a:r>
              <a:rPr sz="1400" b="1">
                <a:solidFill>
                  <a:srgbClr val="2F2F2B"/>
                </a:solidFill>
                <a:latin typeface="Arial"/>
              </a:rPr>
              <a:t>Backup copy on Streamlit Community Cloud   </a:t>
            </a:r>
            <a:r>
              <a:rPr sz="1400" b="0">
                <a:solidFill>
                  <a:srgbClr val="596548"/>
                </a:solidFill>
                <a:latin typeface="Arial"/>
                <a:hlinkClick r:id="rId8"/>
              </a:rPr>
              <a:t>paddy-yield-prediction-269219j-2wfd9iajbb7ebf2jpuzzgb.streamlit.app</a:t>
            </a:r>
          </a:p>
        </p:txBody>
      </p:sp>
      <p:sp>
        <p:nvSpPr>
          <p:cNvPr id="20" name="TextBox 19"/>
          <p:cNvSpPr txBox="1"/>
          <p:nvPr/>
        </p:nvSpPr>
        <p:spPr>
          <a:xfrm>
            <a:off x="1005840" y="8732520"/>
            <a:ext cx="16276319" cy="365760"/>
          </a:xfrm>
          <a:prstGeom prst="rect">
            <a:avLst/>
          </a:prstGeom>
          <a:noFill/>
        </p:spPr>
        <p:txBody>
          <a:bodyPr wrap="square" lIns="0" rIns="0" tIns="0" bIns="0" anchor="t">
            <a:spAutoFit/>
          </a:bodyPr>
          <a:lstStyle/>
          <a:p>
            <a:pPr algn="ctr">
              <a:lnSpc>
                <a:spcPct val="115000"/>
              </a:lnSpc>
              <a:spcAft>
                <a:spcPts val="0"/>
              </a:spcAft>
            </a:pPr>
            <a:r>
              <a:rPr sz="1100" b="0">
                <a:solidFill>
                  <a:srgbClr val="6B675C"/>
                </a:solidFill>
                <a:latin typeface="Arial"/>
              </a:rPr>
              <a:t>Slide design adapted from the SlidesCarnival template Minimalist Marketing Annual Report, CC BY 4.0</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inimalist Marketing Annual Report Presentation">
  <a:themeElements>
    <a:clrScheme name="Office">
      <a:dk1>
        <a:srgbClr val="596548"/>
      </a:dk1>
      <a:lt1>
        <a:srgbClr val="F8F3E2"/>
      </a:lt1>
      <a:dk2>
        <a:srgbClr val="333333"/>
      </a:dk2>
      <a:lt2>
        <a:srgbClr val="333333"/>
      </a:lt2>
      <a:accent1>
        <a:srgbClr val="BFCDAC"/>
      </a:accent1>
      <a:accent2>
        <a:srgbClr val="F6F4F1"/>
      </a:accent2>
      <a:accent3>
        <a:srgbClr val="596548"/>
      </a:accent3>
      <a:accent4>
        <a:srgbClr val="333333"/>
      </a:accent4>
      <a:accent5>
        <a:srgbClr val="F8F3E2"/>
      </a:accent5>
      <a:accent6>
        <a:srgbClr val="596548"/>
      </a:accent6>
      <a:hlink>
        <a:srgbClr val="BFCDAC"/>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